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833"/>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E74C3C"/>
          </a:solidFill>
          <a:ln/>
        </p:spPr>
      </p:sp>
      <p:sp>
        <p:nvSpPr>
          <p:cNvPr id="3" name="Text 1"/>
          <p:cNvSpPr/>
          <p:nvPr/>
        </p:nvSpPr>
        <p:spPr>
          <a:xfrm>
            <a:off x="457200" y="1828800"/>
            <a:ext cx="8229600" cy="1097280"/>
          </a:xfrm>
          <a:prstGeom prst="rect">
            <a:avLst/>
          </a:prstGeom>
          <a:noFill/>
          <a:ln/>
        </p:spPr>
        <p:txBody>
          <a:bodyPr wrap="square" rtlCol="0" anchor="ctr"/>
          <a:lstStyle/>
          <a:p>
            <a:pPr algn="ctr" indent="0" marL="0">
              <a:buNone/>
            </a:pPr>
            <a:r>
              <a:rPr lang="en-US" sz="7200" b="1" dirty="0">
                <a:solidFill>
                  <a:srgbClr val="FFFFFF"/>
                </a:solidFill>
              </a:rPr>
              <a:t>五十音分析</a:t>
            </a:r>
            <a:endParaRPr lang="en-US" sz="7200" dirty="0"/>
          </a:p>
        </p:txBody>
      </p:sp>
      <p:sp>
        <p:nvSpPr>
          <p:cNvPr id="4" name="Text 2"/>
          <p:cNvSpPr/>
          <p:nvPr/>
        </p:nvSpPr>
        <p:spPr>
          <a:xfrm>
            <a:off x="457200" y="3017520"/>
            <a:ext cx="8229600" cy="457200"/>
          </a:xfrm>
          <a:prstGeom prst="rect">
            <a:avLst/>
          </a:prstGeom>
          <a:noFill/>
          <a:ln/>
        </p:spPr>
        <p:txBody>
          <a:bodyPr wrap="square" rtlCol="0" anchor="ctr"/>
          <a:lstStyle/>
          <a:p>
            <a:pPr algn="ctr" indent="0" marL="0">
              <a:buNone/>
            </a:pPr>
            <a:r>
              <a:rPr lang="en-US" sz="2400" dirty="0">
                <a:solidFill>
                  <a:srgbClr val="BDC3C7"/>
                </a:solidFill>
              </a:rPr>
              <a:t>Japanese Gojuon Analysis</a:t>
            </a:r>
            <a:endParaRPr lang="en-US" sz="2400" dirty="0"/>
          </a:p>
        </p:txBody>
      </p:sp>
      <p:sp>
        <p:nvSpPr>
          <p:cNvPr id="5" name="Text 3"/>
          <p:cNvSpPr/>
          <p:nvPr/>
        </p:nvSpPr>
        <p:spPr>
          <a:xfrm>
            <a:off x="457200" y="4389120"/>
            <a:ext cx="8229600" cy="274320"/>
          </a:xfrm>
          <a:prstGeom prst="rect">
            <a:avLst/>
          </a:prstGeom>
          <a:noFill/>
          <a:ln/>
        </p:spPr>
        <p:txBody>
          <a:bodyPr wrap="square" rtlCol="0" anchor="ctr"/>
          <a:lstStyle/>
          <a:p>
            <a:pPr algn="ctr" indent="0" marL="0">
              <a:buNone/>
            </a:pPr>
            <a:r>
              <a:rPr lang="en-US" sz="1400" dirty="0">
                <a:solidFill>
                  <a:srgbClr val="7F8C8D"/>
                </a:solidFill>
              </a:rPr>
              <a:t>日本語の音韻体系を理解する</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83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3200" b="1" dirty="0">
                <a:solidFill>
                  <a:srgbClr val="FFFFFF"/>
                </a:solidFill>
              </a:rPr>
              <a:t>五十音とは</a:t>
            </a:r>
            <a:endParaRPr lang="en-US" sz="3200" dirty="0"/>
          </a:p>
        </p:txBody>
      </p:sp>
      <p:sp>
        <p:nvSpPr>
          <p:cNvPr id="4" name="Text 2"/>
          <p:cNvSpPr/>
          <p:nvPr/>
        </p:nvSpPr>
        <p:spPr>
          <a:xfrm>
            <a:off x="457200" y="1188720"/>
            <a:ext cx="3657600" cy="365760"/>
          </a:xfrm>
          <a:prstGeom prst="rect">
            <a:avLst/>
          </a:prstGeom>
          <a:noFill/>
          <a:ln/>
        </p:spPr>
        <p:txBody>
          <a:bodyPr wrap="square" rtlCol="0" anchor="ctr"/>
          <a:lstStyle/>
          <a:p>
            <a:pPr indent="0" marL="0">
              <a:buNone/>
            </a:pPr>
            <a:r>
              <a:rPr lang="en-US" sz="2200" b="1" dirty="0">
                <a:solidFill>
                  <a:srgbClr val="E74C3C"/>
                </a:solidFill>
              </a:rPr>
              <a:t>概要</a:t>
            </a:r>
            <a:endParaRPr lang="en-US" sz="2200" dirty="0"/>
          </a:p>
        </p:txBody>
      </p:sp>
      <p:sp>
        <p:nvSpPr>
          <p:cNvPr id="5" name="Text 3"/>
          <p:cNvSpPr/>
          <p:nvPr/>
        </p:nvSpPr>
        <p:spPr>
          <a:xfrm>
            <a:off x="457200" y="1645920"/>
            <a:ext cx="4114800" cy="731520"/>
          </a:xfrm>
          <a:prstGeom prst="rect">
            <a:avLst/>
          </a:prstGeom>
          <a:noFill/>
          <a:ln/>
        </p:spPr>
        <p:txBody>
          <a:bodyPr wrap="square" rtlCol="0" anchor="t"/>
          <a:lstStyle/>
          <a:p>
            <a:pPr indent="0" marL="0">
              <a:buNone/>
            </a:pPr>
            <a:r>
              <a:rPr lang="en-US" sz="1400" dirty="0">
                <a:solidFill>
                  <a:srgbClr val="2C3E50"/>
                </a:solidFill>
              </a:rPr>
              <a:t>五十音（ごじゅうおん）は、日本語の仮名文字を母音と子音の組み合わせで整理した音節表です。</a:t>
            </a:r>
            <a:endParaRPr lang="en-US" sz="1400" dirty="0"/>
          </a:p>
        </p:txBody>
      </p:sp>
      <p:sp>
        <p:nvSpPr>
          <p:cNvPr id="6" name="Text 4"/>
          <p:cNvSpPr/>
          <p:nvPr/>
        </p:nvSpPr>
        <p:spPr>
          <a:xfrm>
            <a:off x="457200" y="2560320"/>
            <a:ext cx="3657600" cy="365760"/>
          </a:xfrm>
          <a:prstGeom prst="rect">
            <a:avLst/>
          </a:prstGeom>
          <a:noFill/>
          <a:ln/>
        </p:spPr>
        <p:txBody>
          <a:bodyPr wrap="square" rtlCol="0" anchor="ctr"/>
          <a:lstStyle/>
          <a:p>
            <a:pPr indent="0" marL="0">
              <a:buNone/>
            </a:pPr>
            <a:r>
              <a:rPr lang="en-US" sz="2200" b="1" dirty="0">
                <a:solidFill>
                  <a:srgbClr val="E74C3C"/>
                </a:solidFill>
              </a:rPr>
              <a:t>特徴</a:t>
            </a:r>
            <a:endParaRPr lang="en-US" sz="2200" dirty="0"/>
          </a:p>
        </p:txBody>
      </p:sp>
      <p:sp>
        <p:nvSpPr>
          <p:cNvPr id="7" name="Text 5"/>
          <p:cNvSpPr/>
          <p:nvPr/>
        </p:nvSpPr>
        <p:spPr>
          <a:xfrm>
            <a:off x="457200" y="3017520"/>
            <a:ext cx="4114800" cy="1097280"/>
          </a:xfrm>
          <a:prstGeom prst="rect">
            <a:avLst/>
          </a:prstGeom>
          <a:noFill/>
          <a:ln/>
        </p:spPr>
        <p:txBody>
          <a:bodyPr wrap="square" rtlCol="0" anchor="t"/>
          <a:lstStyle/>
          <a:p>
            <a:pPr indent="0" marL="0">
              <a:buNone/>
            </a:pPr>
            <a:r>
              <a:rPr lang="en-US" sz="1400" dirty="0">
                <a:solidFill>
                  <a:srgbClr val="2C3E50"/>
                </a:solidFill>
              </a:rPr>
              <a:t>5つの母音と10の子音行から構成され、合計46の基本音節があります。</a:t>
            </a:r>
            <a:endParaRPr lang="en-US" sz="1400" dirty="0"/>
          </a:p>
          <a:p>
            <a:pPr indent="0" marL="0">
              <a:buNone/>
            </a:pPr>
            <a:endParaRPr lang="en-US" sz="1400" dirty="0"/>
          </a:p>
          <a:p>
            <a:pPr indent="0" marL="0">
              <a:buNone/>
            </a:pPr>
            <a:r>
              <a:rPr lang="en-US" sz="1400" dirty="0">
                <a:solidFill>
                  <a:srgbClr val="2C3E50"/>
                </a:solidFill>
              </a:rPr>
              <a:t>平仮名と片仮名の両方に適用される体系的な配列です。</a:t>
            </a:r>
            <a:endParaRPr lang="en-US" sz="1400" dirty="0"/>
          </a:p>
        </p:txBody>
      </p:sp>
      <p:sp>
        <p:nvSpPr>
          <p:cNvPr id="8" name="Shape 6"/>
          <p:cNvSpPr/>
          <p:nvPr/>
        </p:nvSpPr>
        <p:spPr>
          <a:xfrm>
            <a:off x="5029200" y="1645920"/>
            <a:ext cx="3657600" cy="1371600"/>
          </a:xfrm>
          <a:prstGeom prst="roundRect">
            <a:avLst>
              <a:gd name="adj" fmla="val 10000"/>
            </a:avLst>
          </a:prstGeom>
          <a:solidFill>
            <a:srgbClr val="1C2833"/>
          </a:solidFill>
          <a:ln/>
        </p:spPr>
      </p:sp>
      <p:sp>
        <p:nvSpPr>
          <p:cNvPr id="9" name="Text 7"/>
          <p:cNvSpPr/>
          <p:nvPr/>
        </p:nvSpPr>
        <p:spPr>
          <a:xfrm>
            <a:off x="5029200" y="2011680"/>
            <a:ext cx="3657600" cy="731520"/>
          </a:xfrm>
          <a:prstGeom prst="rect">
            <a:avLst/>
          </a:prstGeom>
          <a:noFill/>
          <a:ln/>
        </p:spPr>
        <p:txBody>
          <a:bodyPr wrap="square" rtlCol="0" anchor="ctr"/>
          <a:lstStyle/>
          <a:p>
            <a:pPr algn="ctr" indent="0" marL="0">
              <a:buNone/>
            </a:pPr>
            <a:r>
              <a:rPr lang="en-US" sz="3600" dirty="0">
                <a:solidFill>
                  <a:srgbClr val="FFFFFF"/>
                </a:solidFill>
              </a:rPr>
              <a:t>あいうえお</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83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3200" b="1" dirty="0">
                <a:solidFill>
                  <a:srgbClr val="FFFFFF"/>
                </a:solidFill>
              </a:rPr>
              <a:t>五十音表の構造</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1371600" y="1097280"/>
          <a:ext cx="6400800" cy="3474720"/>
        </p:xfrm>
        <a:graphic>
          <a:graphicData uri="http://schemas.openxmlformats.org/drawingml/2006/table">
            <a:tbl>
              <a:tblPr/>
              <a:tblGrid>
                <a:gridCol w="731520"/>
                <a:gridCol w="1005840"/>
                <a:gridCol w="1005840"/>
                <a:gridCol w="1005840"/>
                <a:gridCol w="1005840"/>
                <a:gridCol w="1005840"/>
              </a:tblGrid>
              <a:tr h="315884">
                <a:tc>
                  <a:txBody>
                    <a:bodyPr/>
                    <a:lstStyle/>
                    <a:p>
                      <a:pPr algn="ctr" indent="0" marL="0">
                        <a:buNone/>
                      </a:pPr>
                      <a:endParaRPr lang="en-US" sz="12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74C3C"/>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あ段 (a)</a:t>
                      </a:r>
                      <a:endParaRPr lang="en-US" sz="12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C28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い段 (i)</a:t>
                      </a:r>
                      <a:endParaRPr lang="en-US" sz="12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C28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う段 (u)</a:t>
                      </a:r>
                      <a:endParaRPr lang="en-US" sz="12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C28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え段 (e)</a:t>
                      </a:r>
                      <a:endParaRPr lang="en-US" sz="12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C2833"/>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お段 (o)</a:t>
                      </a:r>
                      <a:endParaRPr lang="en-US" sz="12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C2833"/>
                    </a:solidFill>
                  </a:tcPr>
                </a:tc>
              </a:tr>
              <a:tr h="315884">
                <a:tc>
                  <a:txBody>
                    <a:bodyPr/>
                    <a:lstStyle/>
                    <a:p>
                      <a:pPr algn="ctr" indent="0" marL="0">
                        <a:buNone/>
                      </a:pPr>
                      <a:r>
                        <a:rPr lang="en-US" sz="1100" b="1" dirty="0">
                          <a:solidFill>
                            <a:srgbClr val="2C3E50"/>
                          </a:solidFill>
                          <a:latin typeface="Arial" pitchFamily="34" charset="0"/>
                          <a:ea typeface="Arial" pitchFamily="34" charset="-122"/>
                          <a:cs typeface="Arial" pitchFamily="34" charset="-120"/>
                        </a:rPr>
                        <a:t>あ行</a:t>
                      </a:r>
                      <a:endParaRPr lang="en-US" sz="11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CF0F1"/>
                    </a:solidFill>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あ</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い</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う</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え</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お</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r>
              <a:tr h="315884">
                <a:tc>
                  <a:txBody>
                    <a:bodyPr/>
                    <a:lstStyle/>
                    <a:p>
                      <a:pPr algn="ctr" indent="0" marL="0">
                        <a:buNone/>
                      </a:pPr>
                      <a:r>
                        <a:rPr lang="en-US" sz="1100" b="1" dirty="0">
                          <a:solidFill>
                            <a:srgbClr val="2C3E50"/>
                          </a:solidFill>
                          <a:latin typeface="Arial" pitchFamily="34" charset="0"/>
                          <a:ea typeface="Arial" pitchFamily="34" charset="-122"/>
                          <a:cs typeface="Arial" pitchFamily="34" charset="-120"/>
                        </a:rPr>
                        <a:t>か行</a:t>
                      </a:r>
                      <a:endParaRPr lang="en-US" sz="11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CF0F1"/>
                    </a:solidFill>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か</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き</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く</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け</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こ</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r>
              <a:tr h="315884">
                <a:tc>
                  <a:txBody>
                    <a:bodyPr/>
                    <a:lstStyle/>
                    <a:p>
                      <a:pPr algn="ctr" indent="0" marL="0">
                        <a:buNone/>
                      </a:pPr>
                      <a:r>
                        <a:rPr lang="en-US" sz="1100" b="1" dirty="0">
                          <a:solidFill>
                            <a:srgbClr val="2C3E50"/>
                          </a:solidFill>
                          <a:latin typeface="Arial" pitchFamily="34" charset="0"/>
                          <a:ea typeface="Arial" pitchFamily="34" charset="-122"/>
                          <a:cs typeface="Arial" pitchFamily="34" charset="-120"/>
                        </a:rPr>
                        <a:t>さ行</a:t>
                      </a:r>
                      <a:endParaRPr lang="en-US" sz="11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CF0F1"/>
                    </a:solidFill>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さ</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し</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す</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せ</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そ</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r>
              <a:tr h="315884">
                <a:tc>
                  <a:txBody>
                    <a:bodyPr/>
                    <a:lstStyle/>
                    <a:p>
                      <a:pPr algn="ctr" indent="0" marL="0">
                        <a:buNone/>
                      </a:pPr>
                      <a:r>
                        <a:rPr lang="en-US" sz="1100" b="1" dirty="0">
                          <a:solidFill>
                            <a:srgbClr val="2C3E50"/>
                          </a:solidFill>
                          <a:latin typeface="Arial" pitchFamily="34" charset="0"/>
                          <a:ea typeface="Arial" pitchFamily="34" charset="-122"/>
                          <a:cs typeface="Arial" pitchFamily="34" charset="-120"/>
                        </a:rPr>
                        <a:t>た行</a:t>
                      </a:r>
                      <a:endParaRPr lang="en-US" sz="11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CF0F1"/>
                    </a:solidFill>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た</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ち</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つ</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て</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と</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r>
              <a:tr h="315884">
                <a:tc>
                  <a:txBody>
                    <a:bodyPr/>
                    <a:lstStyle/>
                    <a:p>
                      <a:pPr algn="ctr" indent="0" marL="0">
                        <a:buNone/>
                      </a:pPr>
                      <a:r>
                        <a:rPr lang="en-US" sz="1100" b="1" dirty="0">
                          <a:solidFill>
                            <a:srgbClr val="2C3E50"/>
                          </a:solidFill>
                          <a:latin typeface="Arial" pitchFamily="34" charset="0"/>
                          <a:ea typeface="Arial" pitchFamily="34" charset="-122"/>
                          <a:cs typeface="Arial" pitchFamily="34" charset="-120"/>
                        </a:rPr>
                        <a:t>な行</a:t>
                      </a:r>
                      <a:endParaRPr lang="en-US" sz="11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CF0F1"/>
                    </a:solidFill>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な</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に</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ぬ</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ね</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の</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r>
              <a:tr h="315884">
                <a:tc>
                  <a:txBody>
                    <a:bodyPr/>
                    <a:lstStyle/>
                    <a:p>
                      <a:pPr algn="ctr" indent="0" marL="0">
                        <a:buNone/>
                      </a:pPr>
                      <a:r>
                        <a:rPr lang="en-US" sz="1100" b="1" dirty="0">
                          <a:solidFill>
                            <a:srgbClr val="2C3E50"/>
                          </a:solidFill>
                          <a:latin typeface="Arial" pitchFamily="34" charset="0"/>
                          <a:ea typeface="Arial" pitchFamily="34" charset="-122"/>
                          <a:cs typeface="Arial" pitchFamily="34" charset="-120"/>
                        </a:rPr>
                        <a:t>は行</a:t>
                      </a:r>
                      <a:endParaRPr lang="en-US" sz="11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CF0F1"/>
                    </a:solidFill>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は</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ひ</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ふ</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へ</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ほ</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r>
              <a:tr h="315884">
                <a:tc>
                  <a:txBody>
                    <a:bodyPr/>
                    <a:lstStyle/>
                    <a:p>
                      <a:pPr algn="ctr" indent="0" marL="0">
                        <a:buNone/>
                      </a:pPr>
                      <a:r>
                        <a:rPr lang="en-US" sz="1100" b="1" dirty="0">
                          <a:solidFill>
                            <a:srgbClr val="2C3E50"/>
                          </a:solidFill>
                          <a:latin typeface="Arial" pitchFamily="34" charset="0"/>
                          <a:ea typeface="Arial" pitchFamily="34" charset="-122"/>
                          <a:cs typeface="Arial" pitchFamily="34" charset="-120"/>
                        </a:rPr>
                        <a:t>ま行</a:t>
                      </a:r>
                      <a:endParaRPr lang="en-US" sz="11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CF0F1"/>
                    </a:solidFill>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ま</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み</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む</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め</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も</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r>
              <a:tr h="315884">
                <a:tc>
                  <a:txBody>
                    <a:bodyPr/>
                    <a:lstStyle/>
                    <a:p>
                      <a:pPr algn="ctr" indent="0" marL="0">
                        <a:buNone/>
                      </a:pPr>
                      <a:r>
                        <a:rPr lang="en-US" sz="1100" b="1" dirty="0">
                          <a:solidFill>
                            <a:srgbClr val="2C3E50"/>
                          </a:solidFill>
                          <a:latin typeface="Arial" pitchFamily="34" charset="0"/>
                          <a:ea typeface="Arial" pitchFamily="34" charset="-122"/>
                          <a:cs typeface="Arial" pitchFamily="34" charset="-120"/>
                        </a:rPr>
                        <a:t>や行</a:t>
                      </a:r>
                      <a:endParaRPr lang="en-US" sz="11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CF0F1"/>
                    </a:solidFill>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や</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ゆ</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よ</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r>
              <a:tr h="315884">
                <a:tc>
                  <a:txBody>
                    <a:bodyPr/>
                    <a:lstStyle/>
                    <a:p>
                      <a:pPr algn="ctr" indent="0" marL="0">
                        <a:buNone/>
                      </a:pPr>
                      <a:r>
                        <a:rPr lang="en-US" sz="1100" b="1" dirty="0">
                          <a:solidFill>
                            <a:srgbClr val="2C3E50"/>
                          </a:solidFill>
                          <a:latin typeface="Arial" pitchFamily="34" charset="0"/>
                          <a:ea typeface="Arial" pitchFamily="34" charset="-122"/>
                          <a:cs typeface="Arial" pitchFamily="34" charset="-120"/>
                        </a:rPr>
                        <a:t>ら行</a:t>
                      </a:r>
                      <a:endParaRPr lang="en-US" sz="11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CF0F1"/>
                    </a:solidFill>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ら</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り</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る</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れ</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ろ</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r>
              <a:tr h="315884">
                <a:tc>
                  <a:txBody>
                    <a:bodyPr/>
                    <a:lstStyle/>
                    <a:p>
                      <a:pPr algn="ctr" indent="0" marL="0">
                        <a:buNone/>
                      </a:pPr>
                      <a:r>
                        <a:rPr lang="en-US" sz="1100" b="1" dirty="0">
                          <a:solidFill>
                            <a:srgbClr val="2C3E50"/>
                          </a:solidFill>
                          <a:latin typeface="Arial" pitchFamily="34" charset="0"/>
                          <a:ea typeface="Arial" pitchFamily="34" charset="-122"/>
                          <a:cs typeface="Arial" pitchFamily="34" charset="-120"/>
                        </a:rPr>
                        <a:t>わ行</a:t>
                      </a:r>
                      <a:endParaRPr lang="en-US" sz="11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CF0F1"/>
                    </a:solidFill>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わ</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c>
                  <a:txBody>
                    <a:bodyPr/>
                    <a:lstStyle/>
                    <a:p>
                      <a:pPr algn="ctr" indent="0" marL="0">
                        <a:buNone/>
                      </a:pPr>
                      <a:r>
                        <a:rPr lang="en-US" sz="1600" dirty="0">
                          <a:solidFill>
                            <a:srgbClr val="2C3E50"/>
                          </a:solidFill>
                          <a:latin typeface="Arial" pitchFamily="34" charset="0"/>
                          <a:ea typeface="Arial" pitchFamily="34" charset="-122"/>
                          <a:cs typeface="Arial" pitchFamily="34" charset="-120"/>
                        </a:rPr>
                        <a:t>を</a:t>
                      </a:r>
                      <a:endParaRPr lang="en-US" sz="1600" dirty="0">
                        <a:latin typeface="Arial" charset="0"/>
                        <a:ea typeface="Arial" charset="0"/>
                        <a:cs typeface="Arial" charset="0"/>
                      </a:endParaRPr>
                    </a:p>
                  </a:txBody>
                  <a:tcPr marL="91440" marR="91440" marT="45720" marB="4572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83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3200" b="1" dirty="0">
                <a:solidFill>
                  <a:srgbClr val="FFFFFF"/>
                </a:solidFill>
              </a:rPr>
              <a:t>母音（ぼいん）の分析</a:t>
            </a:r>
            <a:endParaRPr lang="en-US" sz="3200" dirty="0"/>
          </a:p>
        </p:txBody>
      </p:sp>
      <p:sp>
        <p:nvSpPr>
          <p:cNvPr id="4" name="Text 2"/>
          <p:cNvSpPr/>
          <p:nvPr/>
        </p:nvSpPr>
        <p:spPr>
          <a:xfrm>
            <a:off x="457200" y="1051560"/>
            <a:ext cx="8229600" cy="274320"/>
          </a:xfrm>
          <a:prstGeom prst="rect">
            <a:avLst/>
          </a:prstGeom>
          <a:noFill/>
          <a:ln/>
        </p:spPr>
        <p:txBody>
          <a:bodyPr wrap="square" rtlCol="0" anchor="ctr"/>
          <a:lstStyle/>
          <a:p>
            <a:pPr indent="0" marL="0">
              <a:buNone/>
            </a:pPr>
            <a:r>
              <a:rPr lang="en-US" sz="1400" dirty="0">
                <a:solidFill>
                  <a:srgbClr val="2C3E50"/>
                </a:solidFill>
              </a:rPr>
              <a:t>日本語の5つの母音は、全ての音節の基礎となります。</a:t>
            </a:r>
            <a:endParaRPr lang="en-US" sz="1400" dirty="0"/>
          </a:p>
        </p:txBody>
      </p:sp>
      <p:sp>
        <p:nvSpPr>
          <p:cNvPr id="5" name="Shape 3"/>
          <p:cNvSpPr/>
          <p:nvPr/>
        </p:nvSpPr>
        <p:spPr>
          <a:xfrm>
            <a:off x="365760" y="1371600"/>
            <a:ext cx="1554480" cy="1371600"/>
          </a:xfrm>
          <a:prstGeom prst="rect">
            <a:avLst/>
          </a:prstGeom>
          <a:solidFill>
            <a:srgbClr val="FFFFFF"/>
          </a:solidFill>
          <a:ln/>
          <a:effectLst>
            <a:outerShdw sx="100000" sy="100000" kx="0" ky="0" algn="bl" rotWithShape="0" blurRad="38100" dist="25400" dir="2700000">
              <a:srgbClr val="000000">
                <a:alpha val="20000"/>
              </a:srgbClr>
            </a:outerShdw>
          </a:effectLst>
        </p:spPr>
      </p:sp>
      <p:sp>
        <p:nvSpPr>
          <p:cNvPr id="6" name="Shape 4"/>
          <p:cNvSpPr/>
          <p:nvPr/>
        </p:nvSpPr>
        <p:spPr>
          <a:xfrm>
            <a:off x="365760" y="1371600"/>
            <a:ext cx="1554480" cy="45720"/>
          </a:xfrm>
          <a:prstGeom prst="rect">
            <a:avLst/>
          </a:prstGeom>
          <a:solidFill>
            <a:srgbClr val="E74C3C"/>
          </a:solidFill>
          <a:ln/>
        </p:spPr>
      </p:sp>
      <p:sp>
        <p:nvSpPr>
          <p:cNvPr id="7" name="Text 5"/>
          <p:cNvSpPr/>
          <p:nvPr/>
        </p:nvSpPr>
        <p:spPr>
          <a:xfrm>
            <a:off x="365760" y="1463040"/>
            <a:ext cx="1554480" cy="548640"/>
          </a:xfrm>
          <a:prstGeom prst="rect">
            <a:avLst/>
          </a:prstGeom>
          <a:noFill/>
          <a:ln/>
        </p:spPr>
        <p:txBody>
          <a:bodyPr wrap="square" rtlCol="0" anchor="ctr"/>
          <a:lstStyle/>
          <a:p>
            <a:pPr algn="ctr" indent="0" marL="0">
              <a:buNone/>
            </a:pPr>
            <a:r>
              <a:rPr lang="en-US" sz="3200" b="1" dirty="0">
                <a:solidFill>
                  <a:srgbClr val="1C2833"/>
                </a:solidFill>
              </a:rPr>
              <a:t>あ</a:t>
            </a:r>
            <a:endParaRPr lang="en-US" sz="3200" dirty="0"/>
          </a:p>
        </p:txBody>
      </p:sp>
      <p:sp>
        <p:nvSpPr>
          <p:cNvPr id="8" name="Text 6"/>
          <p:cNvSpPr/>
          <p:nvPr/>
        </p:nvSpPr>
        <p:spPr>
          <a:xfrm>
            <a:off x="365760" y="1965960"/>
            <a:ext cx="1554480" cy="274320"/>
          </a:xfrm>
          <a:prstGeom prst="rect">
            <a:avLst/>
          </a:prstGeom>
          <a:noFill/>
          <a:ln/>
        </p:spPr>
        <p:txBody>
          <a:bodyPr wrap="square" rtlCol="0" anchor="ctr"/>
          <a:lstStyle/>
          <a:p>
            <a:pPr algn="ctr" indent="0" marL="0">
              <a:buNone/>
            </a:pPr>
            <a:r>
              <a:rPr lang="en-US" sz="1600" b="1" dirty="0">
                <a:solidFill>
                  <a:srgbClr val="E74C3C"/>
                </a:solidFill>
              </a:rPr>
              <a:t>a</a:t>
            </a:r>
            <a:endParaRPr lang="en-US" sz="1600" dirty="0"/>
          </a:p>
        </p:txBody>
      </p:sp>
      <p:sp>
        <p:nvSpPr>
          <p:cNvPr id="9" name="Text 7"/>
          <p:cNvSpPr/>
          <p:nvPr/>
        </p:nvSpPr>
        <p:spPr>
          <a:xfrm>
            <a:off x="365760" y="2240280"/>
            <a:ext cx="1554480" cy="365760"/>
          </a:xfrm>
          <a:prstGeom prst="rect">
            <a:avLst/>
          </a:prstGeom>
          <a:noFill/>
          <a:ln/>
        </p:spPr>
        <p:txBody>
          <a:bodyPr wrap="square" rtlCol="0" anchor="ctr"/>
          <a:lstStyle/>
          <a:p>
            <a:pPr algn="ctr" indent="0" marL="0">
              <a:buNone/>
            </a:pPr>
            <a:r>
              <a:rPr lang="en-US" sz="1000" dirty="0">
                <a:solidFill>
                  <a:srgbClr val="7F8C8D"/>
                </a:solidFill>
              </a:rPr>
              <a:t>口を大きく開く</a:t>
            </a:r>
            <a:endParaRPr lang="en-US" sz="1000" dirty="0"/>
          </a:p>
        </p:txBody>
      </p:sp>
      <p:sp>
        <p:nvSpPr>
          <p:cNvPr id="10" name="Shape 8"/>
          <p:cNvSpPr/>
          <p:nvPr/>
        </p:nvSpPr>
        <p:spPr>
          <a:xfrm>
            <a:off x="2103120" y="1371600"/>
            <a:ext cx="1554480" cy="1371600"/>
          </a:xfrm>
          <a:prstGeom prst="rect">
            <a:avLst/>
          </a:prstGeom>
          <a:solidFill>
            <a:srgbClr val="FFFFFF"/>
          </a:solidFill>
          <a:ln/>
          <a:effectLst>
            <a:outerShdw sx="100000" sy="100000" kx="0" ky="0" algn="bl" rotWithShape="0" blurRad="38100" dist="25400" dir="2700000">
              <a:srgbClr val="000000">
                <a:alpha val="20000"/>
              </a:srgbClr>
            </a:outerShdw>
          </a:effectLst>
        </p:spPr>
      </p:sp>
      <p:sp>
        <p:nvSpPr>
          <p:cNvPr id="11" name="Shape 9"/>
          <p:cNvSpPr/>
          <p:nvPr/>
        </p:nvSpPr>
        <p:spPr>
          <a:xfrm>
            <a:off x="2103120" y="1371600"/>
            <a:ext cx="1554480" cy="45720"/>
          </a:xfrm>
          <a:prstGeom prst="rect">
            <a:avLst/>
          </a:prstGeom>
          <a:solidFill>
            <a:srgbClr val="E74C3C"/>
          </a:solidFill>
          <a:ln/>
        </p:spPr>
      </p:sp>
      <p:sp>
        <p:nvSpPr>
          <p:cNvPr id="12" name="Text 10"/>
          <p:cNvSpPr/>
          <p:nvPr/>
        </p:nvSpPr>
        <p:spPr>
          <a:xfrm>
            <a:off x="2103120" y="1463040"/>
            <a:ext cx="1554480" cy="548640"/>
          </a:xfrm>
          <a:prstGeom prst="rect">
            <a:avLst/>
          </a:prstGeom>
          <a:noFill/>
          <a:ln/>
        </p:spPr>
        <p:txBody>
          <a:bodyPr wrap="square" rtlCol="0" anchor="ctr"/>
          <a:lstStyle/>
          <a:p>
            <a:pPr algn="ctr" indent="0" marL="0">
              <a:buNone/>
            </a:pPr>
            <a:r>
              <a:rPr lang="en-US" sz="3200" b="1" dirty="0">
                <a:solidFill>
                  <a:srgbClr val="1C2833"/>
                </a:solidFill>
              </a:rPr>
              <a:t>い</a:t>
            </a:r>
            <a:endParaRPr lang="en-US" sz="3200" dirty="0"/>
          </a:p>
        </p:txBody>
      </p:sp>
      <p:sp>
        <p:nvSpPr>
          <p:cNvPr id="13" name="Text 11"/>
          <p:cNvSpPr/>
          <p:nvPr/>
        </p:nvSpPr>
        <p:spPr>
          <a:xfrm>
            <a:off x="2103120" y="1965960"/>
            <a:ext cx="1554480" cy="274320"/>
          </a:xfrm>
          <a:prstGeom prst="rect">
            <a:avLst/>
          </a:prstGeom>
          <a:noFill/>
          <a:ln/>
        </p:spPr>
        <p:txBody>
          <a:bodyPr wrap="square" rtlCol="0" anchor="ctr"/>
          <a:lstStyle/>
          <a:p>
            <a:pPr algn="ctr" indent="0" marL="0">
              <a:buNone/>
            </a:pPr>
            <a:r>
              <a:rPr lang="en-US" sz="1600" b="1" dirty="0">
                <a:solidFill>
                  <a:srgbClr val="E74C3C"/>
                </a:solidFill>
              </a:rPr>
              <a:t>i</a:t>
            </a:r>
            <a:endParaRPr lang="en-US" sz="1600" dirty="0"/>
          </a:p>
        </p:txBody>
      </p:sp>
      <p:sp>
        <p:nvSpPr>
          <p:cNvPr id="14" name="Text 12"/>
          <p:cNvSpPr/>
          <p:nvPr/>
        </p:nvSpPr>
        <p:spPr>
          <a:xfrm>
            <a:off x="2103120" y="2240280"/>
            <a:ext cx="1554480" cy="365760"/>
          </a:xfrm>
          <a:prstGeom prst="rect">
            <a:avLst/>
          </a:prstGeom>
          <a:noFill/>
          <a:ln/>
        </p:spPr>
        <p:txBody>
          <a:bodyPr wrap="square" rtlCol="0" anchor="ctr"/>
          <a:lstStyle/>
          <a:p>
            <a:pPr algn="ctr" indent="0" marL="0">
              <a:buNone/>
            </a:pPr>
            <a:r>
              <a:rPr lang="en-US" sz="1000" dirty="0">
                <a:solidFill>
                  <a:srgbClr val="7F8C8D"/>
                </a:solidFill>
              </a:rPr>
              <a:t>口を横に引く</a:t>
            </a:r>
            <a:endParaRPr lang="en-US" sz="1000" dirty="0"/>
          </a:p>
        </p:txBody>
      </p:sp>
      <p:sp>
        <p:nvSpPr>
          <p:cNvPr id="15" name="Shape 13"/>
          <p:cNvSpPr/>
          <p:nvPr/>
        </p:nvSpPr>
        <p:spPr>
          <a:xfrm>
            <a:off x="3840480" y="1371600"/>
            <a:ext cx="1554480" cy="1371600"/>
          </a:xfrm>
          <a:prstGeom prst="rect">
            <a:avLst/>
          </a:prstGeom>
          <a:solidFill>
            <a:srgbClr val="FFFFFF"/>
          </a:solidFill>
          <a:ln/>
          <a:effectLst>
            <a:outerShdw sx="100000" sy="100000" kx="0" ky="0" algn="bl" rotWithShape="0" blurRad="38100" dist="25400" dir="2700000">
              <a:srgbClr val="000000">
                <a:alpha val="20000"/>
              </a:srgbClr>
            </a:outerShdw>
          </a:effectLst>
        </p:spPr>
      </p:sp>
      <p:sp>
        <p:nvSpPr>
          <p:cNvPr id="16" name="Shape 14"/>
          <p:cNvSpPr/>
          <p:nvPr/>
        </p:nvSpPr>
        <p:spPr>
          <a:xfrm>
            <a:off x="3840480" y="1371600"/>
            <a:ext cx="1554480" cy="45720"/>
          </a:xfrm>
          <a:prstGeom prst="rect">
            <a:avLst/>
          </a:prstGeom>
          <a:solidFill>
            <a:srgbClr val="E74C3C"/>
          </a:solidFill>
          <a:ln/>
        </p:spPr>
      </p:sp>
      <p:sp>
        <p:nvSpPr>
          <p:cNvPr id="17" name="Text 15"/>
          <p:cNvSpPr/>
          <p:nvPr/>
        </p:nvSpPr>
        <p:spPr>
          <a:xfrm>
            <a:off x="3840480" y="1463040"/>
            <a:ext cx="1554480" cy="548640"/>
          </a:xfrm>
          <a:prstGeom prst="rect">
            <a:avLst/>
          </a:prstGeom>
          <a:noFill/>
          <a:ln/>
        </p:spPr>
        <p:txBody>
          <a:bodyPr wrap="square" rtlCol="0" anchor="ctr"/>
          <a:lstStyle/>
          <a:p>
            <a:pPr algn="ctr" indent="0" marL="0">
              <a:buNone/>
            </a:pPr>
            <a:r>
              <a:rPr lang="en-US" sz="3200" b="1" dirty="0">
                <a:solidFill>
                  <a:srgbClr val="1C2833"/>
                </a:solidFill>
              </a:rPr>
              <a:t>う</a:t>
            </a:r>
            <a:endParaRPr lang="en-US" sz="3200" dirty="0"/>
          </a:p>
        </p:txBody>
      </p:sp>
      <p:sp>
        <p:nvSpPr>
          <p:cNvPr id="18" name="Text 16"/>
          <p:cNvSpPr/>
          <p:nvPr/>
        </p:nvSpPr>
        <p:spPr>
          <a:xfrm>
            <a:off x="3840480" y="1965960"/>
            <a:ext cx="1554480" cy="274320"/>
          </a:xfrm>
          <a:prstGeom prst="rect">
            <a:avLst/>
          </a:prstGeom>
          <a:noFill/>
          <a:ln/>
        </p:spPr>
        <p:txBody>
          <a:bodyPr wrap="square" rtlCol="0" anchor="ctr"/>
          <a:lstStyle/>
          <a:p>
            <a:pPr algn="ctr" indent="0" marL="0">
              <a:buNone/>
            </a:pPr>
            <a:r>
              <a:rPr lang="en-US" sz="1600" b="1" dirty="0">
                <a:solidFill>
                  <a:srgbClr val="E74C3C"/>
                </a:solidFill>
              </a:rPr>
              <a:t>u</a:t>
            </a:r>
            <a:endParaRPr lang="en-US" sz="1600" dirty="0"/>
          </a:p>
        </p:txBody>
      </p:sp>
      <p:sp>
        <p:nvSpPr>
          <p:cNvPr id="19" name="Text 17"/>
          <p:cNvSpPr/>
          <p:nvPr/>
        </p:nvSpPr>
        <p:spPr>
          <a:xfrm>
            <a:off x="3840480" y="2240280"/>
            <a:ext cx="1554480" cy="365760"/>
          </a:xfrm>
          <a:prstGeom prst="rect">
            <a:avLst/>
          </a:prstGeom>
          <a:noFill/>
          <a:ln/>
        </p:spPr>
        <p:txBody>
          <a:bodyPr wrap="square" rtlCol="0" anchor="ctr"/>
          <a:lstStyle/>
          <a:p>
            <a:pPr algn="ctr" indent="0" marL="0">
              <a:buNone/>
            </a:pPr>
            <a:r>
              <a:rPr lang="en-US" sz="1000" dirty="0">
                <a:solidFill>
                  <a:srgbClr val="7F8C8D"/>
                </a:solidFill>
              </a:rPr>
              <a:t>唇を丸める</a:t>
            </a:r>
            <a:endParaRPr lang="en-US" sz="1000" dirty="0"/>
          </a:p>
        </p:txBody>
      </p:sp>
      <p:sp>
        <p:nvSpPr>
          <p:cNvPr id="20" name="Shape 18"/>
          <p:cNvSpPr/>
          <p:nvPr/>
        </p:nvSpPr>
        <p:spPr>
          <a:xfrm>
            <a:off x="5577840" y="1371600"/>
            <a:ext cx="1554480" cy="1371600"/>
          </a:xfrm>
          <a:prstGeom prst="rect">
            <a:avLst/>
          </a:prstGeom>
          <a:solidFill>
            <a:srgbClr val="FFFFFF"/>
          </a:solidFill>
          <a:ln/>
          <a:effectLst>
            <a:outerShdw sx="100000" sy="100000" kx="0" ky="0" algn="bl" rotWithShape="0" blurRad="38100" dist="25400" dir="2700000">
              <a:srgbClr val="000000">
                <a:alpha val="20000"/>
              </a:srgbClr>
            </a:outerShdw>
          </a:effectLst>
        </p:spPr>
      </p:sp>
      <p:sp>
        <p:nvSpPr>
          <p:cNvPr id="21" name="Shape 19"/>
          <p:cNvSpPr/>
          <p:nvPr/>
        </p:nvSpPr>
        <p:spPr>
          <a:xfrm>
            <a:off x="5577840" y="1371600"/>
            <a:ext cx="1554480" cy="45720"/>
          </a:xfrm>
          <a:prstGeom prst="rect">
            <a:avLst/>
          </a:prstGeom>
          <a:solidFill>
            <a:srgbClr val="E74C3C"/>
          </a:solidFill>
          <a:ln/>
        </p:spPr>
      </p:sp>
      <p:sp>
        <p:nvSpPr>
          <p:cNvPr id="22" name="Text 20"/>
          <p:cNvSpPr/>
          <p:nvPr/>
        </p:nvSpPr>
        <p:spPr>
          <a:xfrm>
            <a:off x="5577840" y="1463040"/>
            <a:ext cx="1554480" cy="548640"/>
          </a:xfrm>
          <a:prstGeom prst="rect">
            <a:avLst/>
          </a:prstGeom>
          <a:noFill/>
          <a:ln/>
        </p:spPr>
        <p:txBody>
          <a:bodyPr wrap="square" rtlCol="0" anchor="ctr"/>
          <a:lstStyle/>
          <a:p>
            <a:pPr algn="ctr" indent="0" marL="0">
              <a:buNone/>
            </a:pPr>
            <a:r>
              <a:rPr lang="en-US" sz="3200" b="1" dirty="0">
                <a:solidFill>
                  <a:srgbClr val="1C2833"/>
                </a:solidFill>
              </a:rPr>
              <a:t>え</a:t>
            </a:r>
            <a:endParaRPr lang="en-US" sz="3200" dirty="0"/>
          </a:p>
        </p:txBody>
      </p:sp>
      <p:sp>
        <p:nvSpPr>
          <p:cNvPr id="23" name="Text 21"/>
          <p:cNvSpPr/>
          <p:nvPr/>
        </p:nvSpPr>
        <p:spPr>
          <a:xfrm>
            <a:off x="5577840" y="1965960"/>
            <a:ext cx="1554480" cy="274320"/>
          </a:xfrm>
          <a:prstGeom prst="rect">
            <a:avLst/>
          </a:prstGeom>
          <a:noFill/>
          <a:ln/>
        </p:spPr>
        <p:txBody>
          <a:bodyPr wrap="square" rtlCol="0" anchor="ctr"/>
          <a:lstStyle/>
          <a:p>
            <a:pPr algn="ctr" indent="0" marL="0">
              <a:buNone/>
            </a:pPr>
            <a:r>
              <a:rPr lang="en-US" sz="1600" b="1" dirty="0">
                <a:solidFill>
                  <a:srgbClr val="E74C3C"/>
                </a:solidFill>
              </a:rPr>
              <a:t>e</a:t>
            </a:r>
            <a:endParaRPr lang="en-US" sz="1600" dirty="0"/>
          </a:p>
        </p:txBody>
      </p:sp>
      <p:sp>
        <p:nvSpPr>
          <p:cNvPr id="24" name="Text 22"/>
          <p:cNvSpPr/>
          <p:nvPr/>
        </p:nvSpPr>
        <p:spPr>
          <a:xfrm>
            <a:off x="5577840" y="2240280"/>
            <a:ext cx="1554480" cy="365760"/>
          </a:xfrm>
          <a:prstGeom prst="rect">
            <a:avLst/>
          </a:prstGeom>
          <a:noFill/>
          <a:ln/>
        </p:spPr>
        <p:txBody>
          <a:bodyPr wrap="square" rtlCol="0" anchor="ctr"/>
          <a:lstStyle/>
          <a:p>
            <a:pPr algn="ctr" indent="0" marL="0">
              <a:buNone/>
            </a:pPr>
            <a:r>
              <a:rPr lang="en-US" sz="1000" dirty="0">
                <a:solidFill>
                  <a:srgbClr val="7F8C8D"/>
                </a:solidFill>
              </a:rPr>
              <a:t>口を半開き</a:t>
            </a:r>
            <a:endParaRPr lang="en-US" sz="1000" dirty="0"/>
          </a:p>
        </p:txBody>
      </p:sp>
      <p:sp>
        <p:nvSpPr>
          <p:cNvPr id="25" name="Shape 23"/>
          <p:cNvSpPr/>
          <p:nvPr/>
        </p:nvSpPr>
        <p:spPr>
          <a:xfrm>
            <a:off x="7315200" y="1371600"/>
            <a:ext cx="1554480" cy="1371600"/>
          </a:xfrm>
          <a:prstGeom prst="rect">
            <a:avLst/>
          </a:prstGeom>
          <a:solidFill>
            <a:srgbClr val="FFFFFF"/>
          </a:solidFill>
          <a:ln/>
          <a:effectLst>
            <a:outerShdw sx="100000" sy="100000" kx="0" ky="0" algn="bl" rotWithShape="0" blurRad="38100" dist="25400" dir="2700000">
              <a:srgbClr val="000000">
                <a:alpha val="20000"/>
              </a:srgbClr>
            </a:outerShdw>
          </a:effectLst>
        </p:spPr>
      </p:sp>
      <p:sp>
        <p:nvSpPr>
          <p:cNvPr id="26" name="Shape 24"/>
          <p:cNvSpPr/>
          <p:nvPr/>
        </p:nvSpPr>
        <p:spPr>
          <a:xfrm>
            <a:off x="7315200" y="1371600"/>
            <a:ext cx="1554480" cy="45720"/>
          </a:xfrm>
          <a:prstGeom prst="rect">
            <a:avLst/>
          </a:prstGeom>
          <a:solidFill>
            <a:srgbClr val="E74C3C"/>
          </a:solidFill>
          <a:ln/>
        </p:spPr>
      </p:sp>
      <p:sp>
        <p:nvSpPr>
          <p:cNvPr id="27" name="Text 25"/>
          <p:cNvSpPr/>
          <p:nvPr/>
        </p:nvSpPr>
        <p:spPr>
          <a:xfrm>
            <a:off x="7315200" y="1463040"/>
            <a:ext cx="1554480" cy="548640"/>
          </a:xfrm>
          <a:prstGeom prst="rect">
            <a:avLst/>
          </a:prstGeom>
          <a:noFill/>
          <a:ln/>
        </p:spPr>
        <p:txBody>
          <a:bodyPr wrap="square" rtlCol="0" anchor="ctr"/>
          <a:lstStyle/>
          <a:p>
            <a:pPr algn="ctr" indent="0" marL="0">
              <a:buNone/>
            </a:pPr>
            <a:r>
              <a:rPr lang="en-US" sz="3200" b="1" dirty="0">
                <a:solidFill>
                  <a:srgbClr val="1C2833"/>
                </a:solidFill>
              </a:rPr>
              <a:t>お</a:t>
            </a:r>
            <a:endParaRPr lang="en-US" sz="3200" dirty="0"/>
          </a:p>
        </p:txBody>
      </p:sp>
      <p:sp>
        <p:nvSpPr>
          <p:cNvPr id="28" name="Text 26"/>
          <p:cNvSpPr/>
          <p:nvPr/>
        </p:nvSpPr>
        <p:spPr>
          <a:xfrm>
            <a:off x="7315200" y="1965960"/>
            <a:ext cx="1554480" cy="274320"/>
          </a:xfrm>
          <a:prstGeom prst="rect">
            <a:avLst/>
          </a:prstGeom>
          <a:noFill/>
          <a:ln/>
        </p:spPr>
        <p:txBody>
          <a:bodyPr wrap="square" rtlCol="0" anchor="ctr"/>
          <a:lstStyle/>
          <a:p>
            <a:pPr algn="ctr" indent="0" marL="0">
              <a:buNone/>
            </a:pPr>
            <a:r>
              <a:rPr lang="en-US" sz="1600" b="1" dirty="0">
                <a:solidFill>
                  <a:srgbClr val="E74C3C"/>
                </a:solidFill>
              </a:rPr>
              <a:t>o</a:t>
            </a:r>
            <a:endParaRPr lang="en-US" sz="1600" dirty="0"/>
          </a:p>
        </p:txBody>
      </p:sp>
      <p:sp>
        <p:nvSpPr>
          <p:cNvPr id="29" name="Text 27"/>
          <p:cNvSpPr/>
          <p:nvPr/>
        </p:nvSpPr>
        <p:spPr>
          <a:xfrm>
            <a:off x="7315200" y="2240280"/>
            <a:ext cx="1554480" cy="365760"/>
          </a:xfrm>
          <a:prstGeom prst="rect">
            <a:avLst/>
          </a:prstGeom>
          <a:noFill/>
          <a:ln/>
        </p:spPr>
        <p:txBody>
          <a:bodyPr wrap="square" rtlCol="0" anchor="ctr"/>
          <a:lstStyle/>
          <a:p>
            <a:pPr algn="ctr" indent="0" marL="0">
              <a:buNone/>
            </a:pPr>
            <a:r>
              <a:rPr lang="en-US" sz="1000" dirty="0">
                <a:solidFill>
                  <a:srgbClr val="7F8C8D"/>
                </a:solidFill>
              </a:rPr>
              <a:t>唇を丸く突出</a:t>
            </a:r>
            <a:endParaRPr lang="en-US" sz="1000" dirty="0"/>
          </a:p>
        </p:txBody>
      </p:sp>
      <p:sp>
        <p:nvSpPr>
          <p:cNvPr id="30" name="Shape 28"/>
          <p:cNvSpPr/>
          <p:nvPr/>
        </p:nvSpPr>
        <p:spPr>
          <a:xfrm>
            <a:off x="365760" y="3017520"/>
            <a:ext cx="2743200" cy="1005840"/>
          </a:xfrm>
          <a:prstGeom prst="roundRect">
            <a:avLst>
              <a:gd name="adj" fmla="val 9091"/>
            </a:avLst>
          </a:prstGeom>
          <a:solidFill>
            <a:srgbClr val="1C2833"/>
          </a:solidFill>
          <a:ln/>
        </p:spPr>
      </p:sp>
      <p:sp>
        <p:nvSpPr>
          <p:cNvPr id="31" name="Text 29"/>
          <p:cNvSpPr/>
          <p:nvPr/>
        </p:nvSpPr>
        <p:spPr>
          <a:xfrm>
            <a:off x="457200" y="3108960"/>
            <a:ext cx="2560320" cy="365760"/>
          </a:xfrm>
          <a:prstGeom prst="rect">
            <a:avLst/>
          </a:prstGeom>
          <a:noFill/>
          <a:ln/>
        </p:spPr>
        <p:txBody>
          <a:bodyPr wrap="square" rtlCol="0" anchor="ctr"/>
          <a:lstStyle/>
          <a:p>
            <a:pPr indent="0" marL="0">
              <a:buNone/>
            </a:pPr>
            <a:r>
              <a:rPr lang="en-US" sz="1300" b="1" dirty="0">
                <a:solidFill>
                  <a:srgbClr val="E74C3C"/>
                </a:solidFill>
              </a:rPr>
              <a:t>前舌母音</a:t>
            </a:r>
            <a:endParaRPr lang="en-US" sz="1300" dirty="0"/>
          </a:p>
        </p:txBody>
      </p:sp>
      <p:sp>
        <p:nvSpPr>
          <p:cNvPr id="32" name="Text 30"/>
          <p:cNvSpPr/>
          <p:nvPr/>
        </p:nvSpPr>
        <p:spPr>
          <a:xfrm>
            <a:off x="457200" y="3474720"/>
            <a:ext cx="2560320" cy="457200"/>
          </a:xfrm>
          <a:prstGeom prst="rect">
            <a:avLst/>
          </a:prstGeom>
          <a:noFill/>
          <a:ln/>
        </p:spPr>
        <p:txBody>
          <a:bodyPr wrap="square" rtlCol="0" anchor="ctr"/>
          <a:lstStyle/>
          <a:p>
            <a:pPr indent="0" marL="0">
              <a:buNone/>
            </a:pPr>
            <a:r>
              <a:rPr lang="en-US" sz="1100" dirty="0">
                <a:solidFill>
                  <a:srgbClr val="FFFFFF"/>
                </a:solidFill>
              </a:rPr>
              <a:t>い・え：舌の前部が高くなる</a:t>
            </a:r>
            <a:endParaRPr lang="en-US" sz="1100" dirty="0"/>
          </a:p>
        </p:txBody>
      </p:sp>
      <p:sp>
        <p:nvSpPr>
          <p:cNvPr id="33" name="Shape 31"/>
          <p:cNvSpPr/>
          <p:nvPr/>
        </p:nvSpPr>
        <p:spPr>
          <a:xfrm>
            <a:off x="3291840" y="3017520"/>
            <a:ext cx="2743200" cy="1005840"/>
          </a:xfrm>
          <a:prstGeom prst="roundRect">
            <a:avLst>
              <a:gd name="adj" fmla="val 9091"/>
            </a:avLst>
          </a:prstGeom>
          <a:solidFill>
            <a:srgbClr val="1C2833"/>
          </a:solidFill>
          <a:ln/>
        </p:spPr>
      </p:sp>
      <p:sp>
        <p:nvSpPr>
          <p:cNvPr id="34" name="Text 32"/>
          <p:cNvSpPr/>
          <p:nvPr/>
        </p:nvSpPr>
        <p:spPr>
          <a:xfrm>
            <a:off x="3383280" y="3108960"/>
            <a:ext cx="2560320" cy="365760"/>
          </a:xfrm>
          <a:prstGeom prst="rect">
            <a:avLst/>
          </a:prstGeom>
          <a:noFill/>
          <a:ln/>
        </p:spPr>
        <p:txBody>
          <a:bodyPr wrap="square" rtlCol="0" anchor="ctr"/>
          <a:lstStyle/>
          <a:p>
            <a:pPr indent="0" marL="0">
              <a:buNone/>
            </a:pPr>
            <a:r>
              <a:rPr lang="en-US" sz="1300" b="1" dirty="0">
                <a:solidFill>
                  <a:srgbClr val="E74C3C"/>
                </a:solidFill>
              </a:rPr>
              <a:t>後舌母音</a:t>
            </a:r>
            <a:endParaRPr lang="en-US" sz="1300" dirty="0"/>
          </a:p>
        </p:txBody>
      </p:sp>
      <p:sp>
        <p:nvSpPr>
          <p:cNvPr id="35" name="Text 33"/>
          <p:cNvSpPr/>
          <p:nvPr/>
        </p:nvSpPr>
        <p:spPr>
          <a:xfrm>
            <a:off x="3383280" y="3474720"/>
            <a:ext cx="2560320" cy="457200"/>
          </a:xfrm>
          <a:prstGeom prst="rect">
            <a:avLst/>
          </a:prstGeom>
          <a:noFill/>
          <a:ln/>
        </p:spPr>
        <p:txBody>
          <a:bodyPr wrap="square" rtlCol="0" anchor="ctr"/>
          <a:lstStyle/>
          <a:p>
            <a:pPr indent="0" marL="0">
              <a:buNone/>
            </a:pPr>
            <a:r>
              <a:rPr lang="en-US" sz="1100" dirty="0">
                <a:solidFill>
                  <a:srgbClr val="FFFFFF"/>
                </a:solidFill>
              </a:rPr>
              <a:t>う・お：舌の後部が高くなる</a:t>
            </a:r>
            <a:endParaRPr lang="en-US" sz="1100" dirty="0"/>
          </a:p>
        </p:txBody>
      </p:sp>
      <p:sp>
        <p:nvSpPr>
          <p:cNvPr id="36" name="Shape 34"/>
          <p:cNvSpPr/>
          <p:nvPr/>
        </p:nvSpPr>
        <p:spPr>
          <a:xfrm>
            <a:off x="6217920" y="3017520"/>
            <a:ext cx="2743200" cy="1005840"/>
          </a:xfrm>
          <a:prstGeom prst="roundRect">
            <a:avLst>
              <a:gd name="adj" fmla="val 9091"/>
            </a:avLst>
          </a:prstGeom>
          <a:solidFill>
            <a:srgbClr val="1C2833"/>
          </a:solidFill>
          <a:ln/>
        </p:spPr>
      </p:sp>
      <p:sp>
        <p:nvSpPr>
          <p:cNvPr id="37" name="Text 35"/>
          <p:cNvSpPr/>
          <p:nvPr/>
        </p:nvSpPr>
        <p:spPr>
          <a:xfrm>
            <a:off x="6309360" y="3108960"/>
            <a:ext cx="2560320" cy="365760"/>
          </a:xfrm>
          <a:prstGeom prst="rect">
            <a:avLst/>
          </a:prstGeom>
          <a:noFill/>
          <a:ln/>
        </p:spPr>
        <p:txBody>
          <a:bodyPr wrap="square" rtlCol="0" anchor="ctr"/>
          <a:lstStyle/>
          <a:p>
            <a:pPr indent="0" marL="0">
              <a:buNone/>
            </a:pPr>
            <a:r>
              <a:rPr lang="en-US" sz="1300" b="1" dirty="0">
                <a:solidFill>
                  <a:srgbClr val="E74C3C"/>
                </a:solidFill>
              </a:rPr>
              <a:t>中舌母音</a:t>
            </a:r>
            <a:endParaRPr lang="en-US" sz="1300" dirty="0"/>
          </a:p>
        </p:txBody>
      </p:sp>
      <p:sp>
        <p:nvSpPr>
          <p:cNvPr id="38" name="Text 36"/>
          <p:cNvSpPr/>
          <p:nvPr/>
        </p:nvSpPr>
        <p:spPr>
          <a:xfrm>
            <a:off x="6309360" y="3474720"/>
            <a:ext cx="2560320" cy="457200"/>
          </a:xfrm>
          <a:prstGeom prst="rect">
            <a:avLst/>
          </a:prstGeom>
          <a:noFill/>
          <a:ln/>
        </p:spPr>
        <p:txBody>
          <a:bodyPr wrap="square" rtlCol="0" anchor="ctr"/>
          <a:lstStyle/>
          <a:p>
            <a:pPr indent="0" marL="0">
              <a:buNone/>
            </a:pPr>
            <a:r>
              <a:rPr lang="en-US" sz="1100" dirty="0">
                <a:solidFill>
                  <a:srgbClr val="FFFFFF"/>
                </a:solidFill>
              </a:rPr>
              <a:t>あ：舌が中央で低い位置</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83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3200" b="1" dirty="0">
                <a:solidFill>
                  <a:srgbClr val="FFFFFF"/>
                </a:solidFill>
              </a:rPr>
              <a:t>子音行の分析</a:t>
            </a:r>
            <a:endParaRPr lang="en-US" sz="3200" dirty="0"/>
          </a:p>
        </p:txBody>
      </p:sp>
      <p:sp>
        <p:nvSpPr>
          <p:cNvPr id="4" name="Text 2"/>
          <p:cNvSpPr/>
          <p:nvPr/>
        </p:nvSpPr>
        <p:spPr>
          <a:xfrm>
            <a:off x="365760" y="1097280"/>
            <a:ext cx="4114800" cy="320040"/>
          </a:xfrm>
          <a:prstGeom prst="rect">
            <a:avLst/>
          </a:prstGeom>
          <a:noFill/>
          <a:ln/>
        </p:spPr>
        <p:txBody>
          <a:bodyPr wrap="square" rtlCol="0" anchor="ctr"/>
          <a:lstStyle/>
          <a:p>
            <a:pPr indent="0" marL="0">
              <a:buNone/>
            </a:pPr>
            <a:r>
              <a:rPr lang="en-US" sz="1600" b="1" dirty="0">
                <a:solidFill>
                  <a:srgbClr val="E74C3C"/>
                </a:solidFill>
              </a:rPr>
              <a:t>破裂音・破擦音</a:t>
            </a:r>
            <a:endParaRPr lang="en-US" sz="1600" dirty="0"/>
          </a:p>
        </p:txBody>
      </p:sp>
      <p:sp>
        <p:nvSpPr>
          <p:cNvPr id="5" name="Shape 3"/>
          <p:cNvSpPr/>
          <p:nvPr/>
        </p:nvSpPr>
        <p:spPr>
          <a:xfrm>
            <a:off x="365760" y="1417320"/>
            <a:ext cx="4114800" cy="18288"/>
          </a:xfrm>
          <a:prstGeom prst="rect">
            <a:avLst/>
          </a:prstGeom>
          <a:solidFill>
            <a:srgbClr val="E74C3C"/>
          </a:solidFill>
          <a:ln/>
        </p:spPr>
      </p:sp>
      <p:sp>
        <p:nvSpPr>
          <p:cNvPr id="6" name="Shape 4"/>
          <p:cNvSpPr/>
          <p:nvPr/>
        </p:nvSpPr>
        <p:spPr>
          <a:xfrm>
            <a:off x="365760" y="1508760"/>
            <a:ext cx="731520" cy="365760"/>
          </a:xfrm>
          <a:prstGeom prst="roundRect">
            <a:avLst>
              <a:gd name="adj" fmla="val 12500"/>
            </a:avLst>
          </a:prstGeom>
          <a:solidFill>
            <a:srgbClr val="1C2833"/>
          </a:solidFill>
          <a:ln/>
        </p:spPr>
      </p:sp>
      <p:sp>
        <p:nvSpPr>
          <p:cNvPr id="7" name="Text 5"/>
          <p:cNvSpPr/>
          <p:nvPr/>
        </p:nvSpPr>
        <p:spPr>
          <a:xfrm>
            <a:off x="365760" y="1508760"/>
            <a:ext cx="731520" cy="365760"/>
          </a:xfrm>
          <a:prstGeom prst="rect">
            <a:avLst/>
          </a:prstGeom>
          <a:noFill/>
          <a:ln/>
        </p:spPr>
        <p:txBody>
          <a:bodyPr wrap="square" rtlCol="0" anchor="ctr"/>
          <a:lstStyle/>
          <a:p>
            <a:pPr algn="ctr" indent="0" marL="0">
              <a:buNone/>
            </a:pPr>
            <a:r>
              <a:rPr lang="en-US" sz="1200" dirty="0">
                <a:solidFill>
                  <a:srgbClr val="FFFFFF"/>
                </a:solidFill>
              </a:rPr>
              <a:t>か行</a:t>
            </a:r>
            <a:endParaRPr lang="en-US" sz="1200" dirty="0"/>
          </a:p>
        </p:txBody>
      </p:sp>
      <p:sp>
        <p:nvSpPr>
          <p:cNvPr id="8" name="Text 6"/>
          <p:cNvSpPr/>
          <p:nvPr/>
        </p:nvSpPr>
        <p:spPr>
          <a:xfrm>
            <a:off x="1188720" y="1508760"/>
            <a:ext cx="3200400" cy="365760"/>
          </a:xfrm>
          <a:prstGeom prst="rect">
            <a:avLst/>
          </a:prstGeom>
          <a:noFill/>
          <a:ln/>
        </p:spPr>
        <p:txBody>
          <a:bodyPr wrap="square" rtlCol="0" anchor="ctr"/>
          <a:lstStyle/>
          <a:p>
            <a:pPr indent="0" marL="0">
              <a:buNone/>
            </a:pPr>
            <a:r>
              <a:rPr lang="en-US" sz="1100" dirty="0">
                <a:solidFill>
                  <a:srgbClr val="2C3E50"/>
                </a:solidFill>
              </a:rPr>
              <a:t>k音：無声軟口蓋破裂音</a:t>
            </a:r>
            <a:endParaRPr lang="en-US" sz="1100" dirty="0"/>
          </a:p>
        </p:txBody>
      </p:sp>
      <p:sp>
        <p:nvSpPr>
          <p:cNvPr id="9" name="Shape 7"/>
          <p:cNvSpPr/>
          <p:nvPr/>
        </p:nvSpPr>
        <p:spPr>
          <a:xfrm>
            <a:off x="365760" y="1965960"/>
            <a:ext cx="731520" cy="365760"/>
          </a:xfrm>
          <a:prstGeom prst="roundRect">
            <a:avLst>
              <a:gd name="adj" fmla="val 12500"/>
            </a:avLst>
          </a:prstGeom>
          <a:solidFill>
            <a:srgbClr val="1C2833"/>
          </a:solidFill>
          <a:ln/>
        </p:spPr>
      </p:sp>
      <p:sp>
        <p:nvSpPr>
          <p:cNvPr id="10" name="Text 8"/>
          <p:cNvSpPr/>
          <p:nvPr/>
        </p:nvSpPr>
        <p:spPr>
          <a:xfrm>
            <a:off x="365760" y="1965960"/>
            <a:ext cx="731520" cy="365760"/>
          </a:xfrm>
          <a:prstGeom prst="rect">
            <a:avLst/>
          </a:prstGeom>
          <a:noFill/>
          <a:ln/>
        </p:spPr>
        <p:txBody>
          <a:bodyPr wrap="square" rtlCol="0" anchor="ctr"/>
          <a:lstStyle/>
          <a:p>
            <a:pPr algn="ctr" indent="0" marL="0">
              <a:buNone/>
            </a:pPr>
            <a:r>
              <a:rPr lang="en-US" sz="1200" dirty="0">
                <a:solidFill>
                  <a:srgbClr val="FFFFFF"/>
                </a:solidFill>
              </a:rPr>
              <a:t>た行</a:t>
            </a:r>
            <a:endParaRPr lang="en-US" sz="1200" dirty="0"/>
          </a:p>
        </p:txBody>
      </p:sp>
      <p:sp>
        <p:nvSpPr>
          <p:cNvPr id="11" name="Text 9"/>
          <p:cNvSpPr/>
          <p:nvPr/>
        </p:nvSpPr>
        <p:spPr>
          <a:xfrm>
            <a:off x="1188720" y="1965960"/>
            <a:ext cx="3200400" cy="365760"/>
          </a:xfrm>
          <a:prstGeom prst="rect">
            <a:avLst/>
          </a:prstGeom>
          <a:noFill/>
          <a:ln/>
        </p:spPr>
        <p:txBody>
          <a:bodyPr wrap="square" rtlCol="0" anchor="ctr"/>
          <a:lstStyle/>
          <a:p>
            <a:pPr indent="0" marL="0">
              <a:buNone/>
            </a:pPr>
            <a:r>
              <a:rPr lang="en-US" sz="1100" dirty="0">
                <a:solidFill>
                  <a:srgbClr val="2C3E50"/>
                </a:solidFill>
              </a:rPr>
              <a:t>t音：無声歯茎破裂音</a:t>
            </a:r>
            <a:endParaRPr lang="en-US" sz="1100" dirty="0"/>
          </a:p>
        </p:txBody>
      </p:sp>
      <p:sp>
        <p:nvSpPr>
          <p:cNvPr id="12" name="Shape 10"/>
          <p:cNvSpPr/>
          <p:nvPr/>
        </p:nvSpPr>
        <p:spPr>
          <a:xfrm>
            <a:off x="365760" y="2423160"/>
            <a:ext cx="731520" cy="365760"/>
          </a:xfrm>
          <a:prstGeom prst="roundRect">
            <a:avLst>
              <a:gd name="adj" fmla="val 12500"/>
            </a:avLst>
          </a:prstGeom>
          <a:solidFill>
            <a:srgbClr val="1C2833"/>
          </a:solidFill>
          <a:ln/>
        </p:spPr>
      </p:sp>
      <p:sp>
        <p:nvSpPr>
          <p:cNvPr id="13" name="Text 11"/>
          <p:cNvSpPr/>
          <p:nvPr/>
        </p:nvSpPr>
        <p:spPr>
          <a:xfrm>
            <a:off x="365760" y="2423160"/>
            <a:ext cx="731520" cy="365760"/>
          </a:xfrm>
          <a:prstGeom prst="rect">
            <a:avLst/>
          </a:prstGeom>
          <a:noFill/>
          <a:ln/>
        </p:spPr>
        <p:txBody>
          <a:bodyPr wrap="square" rtlCol="0" anchor="ctr"/>
          <a:lstStyle/>
          <a:p>
            <a:pPr algn="ctr" indent="0" marL="0">
              <a:buNone/>
            </a:pPr>
            <a:r>
              <a:rPr lang="en-US" sz="1200" dirty="0">
                <a:solidFill>
                  <a:srgbClr val="FFFFFF"/>
                </a:solidFill>
              </a:rPr>
              <a:t>は行</a:t>
            </a:r>
            <a:endParaRPr lang="en-US" sz="1200" dirty="0"/>
          </a:p>
        </p:txBody>
      </p:sp>
      <p:sp>
        <p:nvSpPr>
          <p:cNvPr id="14" name="Text 12"/>
          <p:cNvSpPr/>
          <p:nvPr/>
        </p:nvSpPr>
        <p:spPr>
          <a:xfrm>
            <a:off x="1188720" y="2423160"/>
            <a:ext cx="3200400" cy="365760"/>
          </a:xfrm>
          <a:prstGeom prst="rect">
            <a:avLst/>
          </a:prstGeom>
          <a:noFill/>
          <a:ln/>
        </p:spPr>
        <p:txBody>
          <a:bodyPr wrap="square" rtlCol="0" anchor="ctr"/>
          <a:lstStyle/>
          <a:p>
            <a:pPr indent="0" marL="0">
              <a:buNone/>
            </a:pPr>
            <a:r>
              <a:rPr lang="en-US" sz="1100" dirty="0">
                <a:solidFill>
                  <a:srgbClr val="2C3E50"/>
                </a:solidFill>
              </a:rPr>
              <a:t>h音：無声声門摩擦音</a:t>
            </a:r>
            <a:endParaRPr lang="en-US" sz="1100" dirty="0"/>
          </a:p>
        </p:txBody>
      </p:sp>
      <p:sp>
        <p:nvSpPr>
          <p:cNvPr id="15" name="Text 13"/>
          <p:cNvSpPr/>
          <p:nvPr/>
        </p:nvSpPr>
        <p:spPr>
          <a:xfrm>
            <a:off x="365760" y="3017520"/>
            <a:ext cx="4114800" cy="320040"/>
          </a:xfrm>
          <a:prstGeom prst="rect">
            <a:avLst/>
          </a:prstGeom>
          <a:noFill/>
          <a:ln/>
        </p:spPr>
        <p:txBody>
          <a:bodyPr wrap="square" rtlCol="0" anchor="ctr"/>
          <a:lstStyle/>
          <a:p>
            <a:pPr indent="0" marL="0">
              <a:buNone/>
            </a:pPr>
            <a:r>
              <a:rPr lang="en-US" sz="1600" b="1" dirty="0">
                <a:solidFill>
                  <a:srgbClr val="E74C3C"/>
                </a:solidFill>
              </a:rPr>
              <a:t>摩擦音</a:t>
            </a:r>
            <a:endParaRPr lang="en-US" sz="1600" dirty="0"/>
          </a:p>
        </p:txBody>
      </p:sp>
      <p:sp>
        <p:nvSpPr>
          <p:cNvPr id="16" name="Shape 14"/>
          <p:cNvSpPr/>
          <p:nvPr/>
        </p:nvSpPr>
        <p:spPr>
          <a:xfrm>
            <a:off x="365760" y="3337560"/>
            <a:ext cx="4114800" cy="18288"/>
          </a:xfrm>
          <a:prstGeom prst="rect">
            <a:avLst/>
          </a:prstGeom>
          <a:solidFill>
            <a:srgbClr val="E74C3C"/>
          </a:solidFill>
          <a:ln/>
        </p:spPr>
      </p:sp>
      <p:sp>
        <p:nvSpPr>
          <p:cNvPr id="17" name="Shape 15"/>
          <p:cNvSpPr/>
          <p:nvPr/>
        </p:nvSpPr>
        <p:spPr>
          <a:xfrm>
            <a:off x="365760" y="3429000"/>
            <a:ext cx="731520" cy="365760"/>
          </a:xfrm>
          <a:prstGeom prst="roundRect">
            <a:avLst>
              <a:gd name="adj" fmla="val 12500"/>
            </a:avLst>
          </a:prstGeom>
          <a:solidFill>
            <a:srgbClr val="1C2833"/>
          </a:solidFill>
          <a:ln/>
        </p:spPr>
      </p:sp>
      <p:sp>
        <p:nvSpPr>
          <p:cNvPr id="18" name="Text 16"/>
          <p:cNvSpPr/>
          <p:nvPr/>
        </p:nvSpPr>
        <p:spPr>
          <a:xfrm>
            <a:off x="365760" y="3429000"/>
            <a:ext cx="731520" cy="365760"/>
          </a:xfrm>
          <a:prstGeom prst="rect">
            <a:avLst/>
          </a:prstGeom>
          <a:noFill/>
          <a:ln/>
        </p:spPr>
        <p:txBody>
          <a:bodyPr wrap="square" rtlCol="0" anchor="ctr"/>
          <a:lstStyle/>
          <a:p>
            <a:pPr algn="ctr" indent="0" marL="0">
              <a:buNone/>
            </a:pPr>
            <a:r>
              <a:rPr lang="en-US" sz="1200" dirty="0">
                <a:solidFill>
                  <a:srgbClr val="FFFFFF"/>
                </a:solidFill>
              </a:rPr>
              <a:t>さ行</a:t>
            </a:r>
            <a:endParaRPr lang="en-US" sz="1200" dirty="0"/>
          </a:p>
        </p:txBody>
      </p:sp>
      <p:sp>
        <p:nvSpPr>
          <p:cNvPr id="19" name="Text 17"/>
          <p:cNvSpPr/>
          <p:nvPr/>
        </p:nvSpPr>
        <p:spPr>
          <a:xfrm>
            <a:off x="1188720" y="3429000"/>
            <a:ext cx="3200400" cy="365760"/>
          </a:xfrm>
          <a:prstGeom prst="rect">
            <a:avLst/>
          </a:prstGeom>
          <a:noFill/>
          <a:ln/>
        </p:spPr>
        <p:txBody>
          <a:bodyPr wrap="square" rtlCol="0" anchor="ctr"/>
          <a:lstStyle/>
          <a:p>
            <a:pPr indent="0" marL="0">
              <a:buNone/>
            </a:pPr>
            <a:r>
              <a:rPr lang="en-US" sz="1100" dirty="0">
                <a:solidFill>
                  <a:srgbClr val="2C3E50"/>
                </a:solidFill>
              </a:rPr>
              <a:t>s音：無声歯茎摩擦音</a:t>
            </a:r>
            <a:endParaRPr lang="en-US" sz="1100" dirty="0"/>
          </a:p>
        </p:txBody>
      </p:sp>
      <p:sp>
        <p:nvSpPr>
          <p:cNvPr id="20" name="Text 18"/>
          <p:cNvSpPr/>
          <p:nvPr/>
        </p:nvSpPr>
        <p:spPr>
          <a:xfrm>
            <a:off x="4754880" y="1097280"/>
            <a:ext cx="4114800" cy="320040"/>
          </a:xfrm>
          <a:prstGeom prst="rect">
            <a:avLst/>
          </a:prstGeom>
          <a:noFill/>
          <a:ln/>
        </p:spPr>
        <p:txBody>
          <a:bodyPr wrap="square" rtlCol="0" anchor="ctr"/>
          <a:lstStyle/>
          <a:p>
            <a:pPr indent="0" marL="0">
              <a:buNone/>
            </a:pPr>
            <a:r>
              <a:rPr lang="en-US" sz="1600" b="1" dirty="0">
                <a:solidFill>
                  <a:srgbClr val="E74C3C"/>
                </a:solidFill>
              </a:rPr>
              <a:t>鼻音</a:t>
            </a:r>
            <a:endParaRPr lang="en-US" sz="1600" dirty="0"/>
          </a:p>
        </p:txBody>
      </p:sp>
      <p:sp>
        <p:nvSpPr>
          <p:cNvPr id="21" name="Shape 19"/>
          <p:cNvSpPr/>
          <p:nvPr/>
        </p:nvSpPr>
        <p:spPr>
          <a:xfrm>
            <a:off x="4754880" y="1417320"/>
            <a:ext cx="4114800" cy="18288"/>
          </a:xfrm>
          <a:prstGeom prst="rect">
            <a:avLst/>
          </a:prstGeom>
          <a:solidFill>
            <a:srgbClr val="E74C3C"/>
          </a:solidFill>
          <a:ln/>
        </p:spPr>
      </p:sp>
      <p:sp>
        <p:nvSpPr>
          <p:cNvPr id="22" name="Shape 20"/>
          <p:cNvSpPr/>
          <p:nvPr/>
        </p:nvSpPr>
        <p:spPr>
          <a:xfrm>
            <a:off x="4754880" y="1508760"/>
            <a:ext cx="731520" cy="365760"/>
          </a:xfrm>
          <a:prstGeom prst="roundRect">
            <a:avLst>
              <a:gd name="adj" fmla="val 12500"/>
            </a:avLst>
          </a:prstGeom>
          <a:solidFill>
            <a:srgbClr val="1C2833"/>
          </a:solidFill>
          <a:ln/>
        </p:spPr>
      </p:sp>
      <p:sp>
        <p:nvSpPr>
          <p:cNvPr id="23" name="Text 21"/>
          <p:cNvSpPr/>
          <p:nvPr/>
        </p:nvSpPr>
        <p:spPr>
          <a:xfrm>
            <a:off x="4754880" y="1508760"/>
            <a:ext cx="731520" cy="365760"/>
          </a:xfrm>
          <a:prstGeom prst="rect">
            <a:avLst/>
          </a:prstGeom>
          <a:noFill/>
          <a:ln/>
        </p:spPr>
        <p:txBody>
          <a:bodyPr wrap="square" rtlCol="0" anchor="ctr"/>
          <a:lstStyle/>
          <a:p>
            <a:pPr algn="ctr" indent="0" marL="0">
              <a:buNone/>
            </a:pPr>
            <a:r>
              <a:rPr lang="en-US" sz="1200" dirty="0">
                <a:solidFill>
                  <a:srgbClr val="FFFFFF"/>
                </a:solidFill>
              </a:rPr>
              <a:t>な行</a:t>
            </a:r>
            <a:endParaRPr lang="en-US" sz="1200" dirty="0"/>
          </a:p>
        </p:txBody>
      </p:sp>
      <p:sp>
        <p:nvSpPr>
          <p:cNvPr id="24" name="Text 22"/>
          <p:cNvSpPr/>
          <p:nvPr/>
        </p:nvSpPr>
        <p:spPr>
          <a:xfrm>
            <a:off x="5577840" y="1508760"/>
            <a:ext cx="3200400" cy="365760"/>
          </a:xfrm>
          <a:prstGeom prst="rect">
            <a:avLst/>
          </a:prstGeom>
          <a:noFill/>
          <a:ln/>
        </p:spPr>
        <p:txBody>
          <a:bodyPr wrap="square" rtlCol="0" anchor="ctr"/>
          <a:lstStyle/>
          <a:p>
            <a:pPr indent="0" marL="0">
              <a:buNone/>
            </a:pPr>
            <a:r>
              <a:rPr lang="en-US" sz="1100" dirty="0">
                <a:solidFill>
                  <a:srgbClr val="2C3E50"/>
                </a:solidFill>
              </a:rPr>
              <a:t>n音：有声歯茎鼻音</a:t>
            </a:r>
            <a:endParaRPr lang="en-US" sz="1100" dirty="0"/>
          </a:p>
        </p:txBody>
      </p:sp>
      <p:sp>
        <p:nvSpPr>
          <p:cNvPr id="25" name="Shape 23"/>
          <p:cNvSpPr/>
          <p:nvPr/>
        </p:nvSpPr>
        <p:spPr>
          <a:xfrm>
            <a:off x="4754880" y="1965960"/>
            <a:ext cx="731520" cy="365760"/>
          </a:xfrm>
          <a:prstGeom prst="roundRect">
            <a:avLst>
              <a:gd name="adj" fmla="val 12500"/>
            </a:avLst>
          </a:prstGeom>
          <a:solidFill>
            <a:srgbClr val="1C2833"/>
          </a:solidFill>
          <a:ln/>
        </p:spPr>
      </p:sp>
      <p:sp>
        <p:nvSpPr>
          <p:cNvPr id="26" name="Text 24"/>
          <p:cNvSpPr/>
          <p:nvPr/>
        </p:nvSpPr>
        <p:spPr>
          <a:xfrm>
            <a:off x="4754880" y="1965960"/>
            <a:ext cx="731520" cy="365760"/>
          </a:xfrm>
          <a:prstGeom prst="rect">
            <a:avLst/>
          </a:prstGeom>
          <a:noFill/>
          <a:ln/>
        </p:spPr>
        <p:txBody>
          <a:bodyPr wrap="square" rtlCol="0" anchor="ctr"/>
          <a:lstStyle/>
          <a:p>
            <a:pPr algn="ctr" indent="0" marL="0">
              <a:buNone/>
            </a:pPr>
            <a:r>
              <a:rPr lang="en-US" sz="1200" dirty="0">
                <a:solidFill>
                  <a:srgbClr val="FFFFFF"/>
                </a:solidFill>
              </a:rPr>
              <a:t>ま行</a:t>
            </a:r>
            <a:endParaRPr lang="en-US" sz="1200" dirty="0"/>
          </a:p>
        </p:txBody>
      </p:sp>
      <p:sp>
        <p:nvSpPr>
          <p:cNvPr id="27" name="Text 25"/>
          <p:cNvSpPr/>
          <p:nvPr/>
        </p:nvSpPr>
        <p:spPr>
          <a:xfrm>
            <a:off x="5577840" y="1965960"/>
            <a:ext cx="3200400" cy="365760"/>
          </a:xfrm>
          <a:prstGeom prst="rect">
            <a:avLst/>
          </a:prstGeom>
          <a:noFill/>
          <a:ln/>
        </p:spPr>
        <p:txBody>
          <a:bodyPr wrap="square" rtlCol="0" anchor="ctr"/>
          <a:lstStyle/>
          <a:p>
            <a:pPr indent="0" marL="0">
              <a:buNone/>
            </a:pPr>
            <a:r>
              <a:rPr lang="en-US" sz="1100" dirty="0">
                <a:solidFill>
                  <a:srgbClr val="2C3E50"/>
                </a:solidFill>
              </a:rPr>
              <a:t>m音：有声両唇鼻音</a:t>
            </a:r>
            <a:endParaRPr lang="en-US" sz="1100" dirty="0"/>
          </a:p>
        </p:txBody>
      </p:sp>
      <p:sp>
        <p:nvSpPr>
          <p:cNvPr id="28" name="Text 26"/>
          <p:cNvSpPr/>
          <p:nvPr/>
        </p:nvSpPr>
        <p:spPr>
          <a:xfrm>
            <a:off x="4754880" y="2560320"/>
            <a:ext cx="4114800" cy="320040"/>
          </a:xfrm>
          <a:prstGeom prst="rect">
            <a:avLst/>
          </a:prstGeom>
          <a:noFill/>
          <a:ln/>
        </p:spPr>
        <p:txBody>
          <a:bodyPr wrap="square" rtlCol="0" anchor="ctr"/>
          <a:lstStyle/>
          <a:p>
            <a:pPr indent="0" marL="0">
              <a:buNone/>
            </a:pPr>
            <a:r>
              <a:rPr lang="en-US" sz="1600" b="1" dirty="0">
                <a:solidFill>
                  <a:srgbClr val="E74C3C"/>
                </a:solidFill>
              </a:rPr>
              <a:t>その他</a:t>
            </a:r>
            <a:endParaRPr lang="en-US" sz="1600" dirty="0"/>
          </a:p>
        </p:txBody>
      </p:sp>
      <p:sp>
        <p:nvSpPr>
          <p:cNvPr id="29" name="Shape 27"/>
          <p:cNvSpPr/>
          <p:nvPr/>
        </p:nvSpPr>
        <p:spPr>
          <a:xfrm>
            <a:off x="4754880" y="2880360"/>
            <a:ext cx="4114800" cy="18288"/>
          </a:xfrm>
          <a:prstGeom prst="rect">
            <a:avLst/>
          </a:prstGeom>
          <a:solidFill>
            <a:srgbClr val="E74C3C"/>
          </a:solidFill>
          <a:ln/>
        </p:spPr>
      </p:sp>
      <p:sp>
        <p:nvSpPr>
          <p:cNvPr id="30" name="Shape 28"/>
          <p:cNvSpPr/>
          <p:nvPr/>
        </p:nvSpPr>
        <p:spPr>
          <a:xfrm>
            <a:off x="4754880" y="2971800"/>
            <a:ext cx="731520" cy="365760"/>
          </a:xfrm>
          <a:prstGeom prst="roundRect">
            <a:avLst>
              <a:gd name="adj" fmla="val 12500"/>
            </a:avLst>
          </a:prstGeom>
          <a:solidFill>
            <a:srgbClr val="1C2833"/>
          </a:solidFill>
          <a:ln/>
        </p:spPr>
      </p:sp>
      <p:sp>
        <p:nvSpPr>
          <p:cNvPr id="31" name="Text 29"/>
          <p:cNvSpPr/>
          <p:nvPr/>
        </p:nvSpPr>
        <p:spPr>
          <a:xfrm>
            <a:off x="4754880" y="2971800"/>
            <a:ext cx="731520" cy="365760"/>
          </a:xfrm>
          <a:prstGeom prst="rect">
            <a:avLst/>
          </a:prstGeom>
          <a:noFill/>
          <a:ln/>
        </p:spPr>
        <p:txBody>
          <a:bodyPr wrap="square" rtlCol="0" anchor="ctr"/>
          <a:lstStyle/>
          <a:p>
            <a:pPr algn="ctr" indent="0" marL="0">
              <a:buNone/>
            </a:pPr>
            <a:r>
              <a:rPr lang="en-US" sz="1200" dirty="0">
                <a:solidFill>
                  <a:srgbClr val="FFFFFF"/>
                </a:solidFill>
              </a:rPr>
              <a:t>や行</a:t>
            </a:r>
            <a:endParaRPr lang="en-US" sz="1200" dirty="0"/>
          </a:p>
        </p:txBody>
      </p:sp>
      <p:sp>
        <p:nvSpPr>
          <p:cNvPr id="32" name="Text 30"/>
          <p:cNvSpPr/>
          <p:nvPr/>
        </p:nvSpPr>
        <p:spPr>
          <a:xfrm>
            <a:off x="5577840" y="2971800"/>
            <a:ext cx="3200400" cy="365760"/>
          </a:xfrm>
          <a:prstGeom prst="rect">
            <a:avLst/>
          </a:prstGeom>
          <a:noFill/>
          <a:ln/>
        </p:spPr>
        <p:txBody>
          <a:bodyPr wrap="square" rtlCol="0" anchor="ctr"/>
          <a:lstStyle/>
          <a:p>
            <a:pPr indent="0" marL="0">
              <a:buNone/>
            </a:pPr>
            <a:r>
              <a:rPr lang="en-US" sz="1100" dirty="0">
                <a:solidFill>
                  <a:srgbClr val="2C3E50"/>
                </a:solidFill>
              </a:rPr>
              <a:t>y音：有声硬口蓋接近音</a:t>
            </a:r>
            <a:endParaRPr lang="en-US" sz="1100" dirty="0"/>
          </a:p>
        </p:txBody>
      </p:sp>
      <p:sp>
        <p:nvSpPr>
          <p:cNvPr id="33" name="Shape 31"/>
          <p:cNvSpPr/>
          <p:nvPr/>
        </p:nvSpPr>
        <p:spPr>
          <a:xfrm>
            <a:off x="4754880" y="3429000"/>
            <a:ext cx="731520" cy="365760"/>
          </a:xfrm>
          <a:prstGeom prst="roundRect">
            <a:avLst>
              <a:gd name="adj" fmla="val 12500"/>
            </a:avLst>
          </a:prstGeom>
          <a:solidFill>
            <a:srgbClr val="1C2833"/>
          </a:solidFill>
          <a:ln/>
        </p:spPr>
      </p:sp>
      <p:sp>
        <p:nvSpPr>
          <p:cNvPr id="34" name="Text 32"/>
          <p:cNvSpPr/>
          <p:nvPr/>
        </p:nvSpPr>
        <p:spPr>
          <a:xfrm>
            <a:off x="4754880" y="3429000"/>
            <a:ext cx="731520" cy="365760"/>
          </a:xfrm>
          <a:prstGeom prst="rect">
            <a:avLst/>
          </a:prstGeom>
          <a:noFill/>
          <a:ln/>
        </p:spPr>
        <p:txBody>
          <a:bodyPr wrap="square" rtlCol="0" anchor="ctr"/>
          <a:lstStyle/>
          <a:p>
            <a:pPr algn="ctr" indent="0" marL="0">
              <a:buNone/>
            </a:pPr>
            <a:r>
              <a:rPr lang="en-US" sz="1200" dirty="0">
                <a:solidFill>
                  <a:srgbClr val="FFFFFF"/>
                </a:solidFill>
              </a:rPr>
              <a:t>ら行</a:t>
            </a:r>
            <a:endParaRPr lang="en-US" sz="1200" dirty="0"/>
          </a:p>
        </p:txBody>
      </p:sp>
      <p:sp>
        <p:nvSpPr>
          <p:cNvPr id="35" name="Text 33"/>
          <p:cNvSpPr/>
          <p:nvPr/>
        </p:nvSpPr>
        <p:spPr>
          <a:xfrm>
            <a:off x="5577840" y="3429000"/>
            <a:ext cx="3200400" cy="365760"/>
          </a:xfrm>
          <a:prstGeom prst="rect">
            <a:avLst/>
          </a:prstGeom>
          <a:noFill/>
          <a:ln/>
        </p:spPr>
        <p:txBody>
          <a:bodyPr wrap="square" rtlCol="0" anchor="ctr"/>
          <a:lstStyle/>
          <a:p>
            <a:pPr indent="0" marL="0">
              <a:buNone/>
            </a:pPr>
            <a:r>
              <a:rPr lang="en-US" sz="1100" dirty="0">
                <a:solidFill>
                  <a:srgbClr val="2C3E50"/>
                </a:solidFill>
              </a:rPr>
              <a:t>r音：有声歯茎弾き音</a:t>
            </a:r>
            <a:endParaRPr lang="en-US" sz="1100" dirty="0"/>
          </a:p>
        </p:txBody>
      </p:sp>
      <p:sp>
        <p:nvSpPr>
          <p:cNvPr id="36" name="Shape 34"/>
          <p:cNvSpPr/>
          <p:nvPr/>
        </p:nvSpPr>
        <p:spPr>
          <a:xfrm>
            <a:off x="4754880" y="3886200"/>
            <a:ext cx="731520" cy="365760"/>
          </a:xfrm>
          <a:prstGeom prst="roundRect">
            <a:avLst>
              <a:gd name="adj" fmla="val 12500"/>
            </a:avLst>
          </a:prstGeom>
          <a:solidFill>
            <a:srgbClr val="1C2833"/>
          </a:solidFill>
          <a:ln/>
        </p:spPr>
      </p:sp>
      <p:sp>
        <p:nvSpPr>
          <p:cNvPr id="37" name="Text 35"/>
          <p:cNvSpPr/>
          <p:nvPr/>
        </p:nvSpPr>
        <p:spPr>
          <a:xfrm>
            <a:off x="4754880" y="3886200"/>
            <a:ext cx="731520" cy="365760"/>
          </a:xfrm>
          <a:prstGeom prst="rect">
            <a:avLst/>
          </a:prstGeom>
          <a:noFill/>
          <a:ln/>
        </p:spPr>
        <p:txBody>
          <a:bodyPr wrap="square" rtlCol="0" anchor="ctr"/>
          <a:lstStyle/>
          <a:p>
            <a:pPr algn="ctr" indent="0" marL="0">
              <a:buNone/>
            </a:pPr>
            <a:r>
              <a:rPr lang="en-US" sz="1200" dirty="0">
                <a:solidFill>
                  <a:srgbClr val="FFFFFF"/>
                </a:solidFill>
              </a:rPr>
              <a:t>わ行</a:t>
            </a:r>
            <a:endParaRPr lang="en-US" sz="1200" dirty="0"/>
          </a:p>
        </p:txBody>
      </p:sp>
      <p:sp>
        <p:nvSpPr>
          <p:cNvPr id="38" name="Text 36"/>
          <p:cNvSpPr/>
          <p:nvPr/>
        </p:nvSpPr>
        <p:spPr>
          <a:xfrm>
            <a:off x="5577840" y="3886200"/>
            <a:ext cx="3200400" cy="365760"/>
          </a:xfrm>
          <a:prstGeom prst="rect">
            <a:avLst/>
          </a:prstGeom>
          <a:noFill/>
          <a:ln/>
        </p:spPr>
        <p:txBody>
          <a:bodyPr wrap="square" rtlCol="0" anchor="ctr"/>
          <a:lstStyle/>
          <a:p>
            <a:pPr indent="0" marL="0">
              <a:buNone/>
            </a:pPr>
            <a:r>
              <a:rPr lang="en-US" sz="1100" dirty="0">
                <a:solidFill>
                  <a:srgbClr val="2C3E50"/>
                </a:solidFill>
              </a:rPr>
              <a:t>w音：有声両唇軟口蓋接近音</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C2833"/>
          </a:solidFill>
          <a:ln/>
        </p:spPr>
      </p:sp>
      <p:sp>
        <p:nvSpPr>
          <p:cNvPr id="3" name="Text 1"/>
          <p:cNvSpPr/>
          <p:nvPr/>
        </p:nvSpPr>
        <p:spPr>
          <a:xfrm>
            <a:off x="457200" y="228600"/>
            <a:ext cx="8229600" cy="457200"/>
          </a:xfrm>
          <a:prstGeom prst="rect">
            <a:avLst/>
          </a:prstGeom>
          <a:noFill/>
          <a:ln/>
        </p:spPr>
        <p:txBody>
          <a:bodyPr wrap="square" rtlCol="0" anchor="ctr"/>
          <a:lstStyle/>
          <a:p>
            <a:pPr indent="0" marL="0">
              <a:buNone/>
            </a:pPr>
            <a:r>
              <a:rPr lang="en-US" sz="3200" b="1" dirty="0">
                <a:solidFill>
                  <a:srgbClr val="FFFFFF"/>
                </a:solidFill>
              </a:rPr>
              <a:t>濁音・半濁音</a:t>
            </a:r>
            <a:endParaRPr lang="en-US" sz="3200" dirty="0"/>
          </a:p>
        </p:txBody>
      </p:sp>
      <p:sp>
        <p:nvSpPr>
          <p:cNvPr id="4" name="Text 2"/>
          <p:cNvSpPr/>
          <p:nvPr/>
        </p:nvSpPr>
        <p:spPr>
          <a:xfrm>
            <a:off x="274320" y="1051560"/>
            <a:ext cx="457200" cy="457200"/>
          </a:xfrm>
          <a:prstGeom prst="rect">
            <a:avLst/>
          </a:prstGeom>
          <a:noFill/>
          <a:ln/>
        </p:spPr>
        <p:txBody>
          <a:bodyPr wrap="square" rtlCol="0" anchor="ctr"/>
          <a:lstStyle/>
          <a:p>
            <a:pPr indent="0" marL="0">
              <a:buNone/>
            </a:pPr>
            <a:r>
              <a:rPr lang="en-US" sz="3200" dirty="0">
                <a:solidFill>
                  <a:srgbClr val="E74C3C"/>
                </a:solidFill>
              </a:rPr>
              <a:t>゛</a:t>
            </a:r>
            <a:endParaRPr lang="en-US" sz="3200" dirty="0"/>
          </a:p>
        </p:txBody>
      </p:sp>
      <p:sp>
        <p:nvSpPr>
          <p:cNvPr id="5" name="Text 3"/>
          <p:cNvSpPr/>
          <p:nvPr/>
        </p:nvSpPr>
        <p:spPr>
          <a:xfrm>
            <a:off x="731520" y="1051560"/>
            <a:ext cx="2743200" cy="320040"/>
          </a:xfrm>
          <a:prstGeom prst="rect">
            <a:avLst/>
          </a:prstGeom>
          <a:noFill/>
          <a:ln/>
        </p:spPr>
        <p:txBody>
          <a:bodyPr wrap="square" rtlCol="0" anchor="ctr"/>
          <a:lstStyle/>
          <a:p>
            <a:pPr indent="0" marL="0">
              <a:buNone/>
            </a:pPr>
            <a:r>
              <a:rPr lang="en-US" sz="2000" b="1" dirty="0">
                <a:solidFill>
                  <a:srgbClr val="2C3E50"/>
                </a:solidFill>
              </a:rPr>
              <a:t>濁音（だくおん）</a:t>
            </a:r>
            <a:endParaRPr lang="en-US" sz="2000" dirty="0"/>
          </a:p>
        </p:txBody>
      </p:sp>
      <p:sp>
        <p:nvSpPr>
          <p:cNvPr id="6" name="Text 4"/>
          <p:cNvSpPr/>
          <p:nvPr/>
        </p:nvSpPr>
        <p:spPr>
          <a:xfrm>
            <a:off x="731520" y="1371600"/>
            <a:ext cx="2743200" cy="228600"/>
          </a:xfrm>
          <a:prstGeom prst="rect">
            <a:avLst/>
          </a:prstGeom>
          <a:noFill/>
          <a:ln/>
        </p:spPr>
        <p:txBody>
          <a:bodyPr wrap="square" rtlCol="0" anchor="ctr"/>
          <a:lstStyle/>
          <a:p>
            <a:pPr indent="0" marL="0">
              <a:buNone/>
            </a:pPr>
            <a:r>
              <a:rPr lang="en-US" sz="1100" dirty="0">
                <a:solidFill>
                  <a:srgbClr val="7F8C8D"/>
                </a:solidFill>
              </a:rPr>
              <a:t>清音に濁点を加えた有声音</a:t>
            </a:r>
            <a:endParaRPr lang="en-US" sz="1100" dirty="0"/>
          </a:p>
        </p:txBody>
      </p:sp>
      <p:sp>
        <p:nvSpPr>
          <p:cNvPr id="7" name="Shape 5"/>
          <p:cNvSpPr/>
          <p:nvPr/>
        </p:nvSpPr>
        <p:spPr>
          <a:xfrm>
            <a:off x="274320" y="1691640"/>
            <a:ext cx="777240" cy="457200"/>
          </a:xfrm>
          <a:prstGeom prst="rect">
            <a:avLst/>
          </a:prstGeom>
          <a:solidFill>
            <a:srgbClr val="FFFFFF"/>
          </a:solidFill>
          <a:ln w="12700">
            <a:solidFill>
              <a:srgbClr val="E74C3C"/>
            </a:solidFill>
            <a:prstDash val="solid"/>
          </a:ln>
        </p:spPr>
      </p:sp>
      <p:sp>
        <p:nvSpPr>
          <p:cNvPr id="8" name="Shape 6"/>
          <p:cNvSpPr/>
          <p:nvPr/>
        </p:nvSpPr>
        <p:spPr>
          <a:xfrm>
            <a:off x="274320" y="1691640"/>
            <a:ext cx="36576" cy="457200"/>
          </a:xfrm>
          <a:prstGeom prst="rect">
            <a:avLst/>
          </a:prstGeom>
          <a:solidFill>
            <a:srgbClr val="E74C3C"/>
          </a:solidFill>
          <a:ln/>
        </p:spPr>
      </p:sp>
      <p:sp>
        <p:nvSpPr>
          <p:cNvPr id="9" name="Text 7"/>
          <p:cNvSpPr/>
          <p:nvPr/>
        </p:nvSpPr>
        <p:spPr>
          <a:xfrm>
            <a:off x="274320" y="1691640"/>
            <a:ext cx="777240" cy="292608"/>
          </a:xfrm>
          <a:prstGeom prst="rect">
            <a:avLst/>
          </a:prstGeom>
          <a:noFill/>
          <a:ln/>
        </p:spPr>
        <p:txBody>
          <a:bodyPr wrap="square" rtlCol="0" anchor="ctr"/>
          <a:lstStyle/>
          <a:p>
            <a:pPr algn="ctr" indent="0" marL="0">
              <a:buNone/>
            </a:pPr>
            <a:r>
              <a:rPr lang="en-US" sz="1800" dirty="0">
                <a:solidFill>
                  <a:srgbClr val="1C2833"/>
                </a:solidFill>
              </a:rPr>
              <a:t>が</a:t>
            </a:r>
            <a:endParaRPr lang="en-US" sz="1800" dirty="0"/>
          </a:p>
        </p:txBody>
      </p:sp>
      <p:sp>
        <p:nvSpPr>
          <p:cNvPr id="10" name="Text 8"/>
          <p:cNvSpPr/>
          <p:nvPr/>
        </p:nvSpPr>
        <p:spPr>
          <a:xfrm>
            <a:off x="274320" y="1965960"/>
            <a:ext cx="777240" cy="182880"/>
          </a:xfrm>
          <a:prstGeom prst="rect">
            <a:avLst/>
          </a:prstGeom>
          <a:noFill/>
          <a:ln/>
        </p:spPr>
        <p:txBody>
          <a:bodyPr wrap="square" rtlCol="0" anchor="ctr"/>
          <a:lstStyle/>
          <a:p>
            <a:pPr algn="ctr" indent="0" marL="0">
              <a:buNone/>
            </a:pPr>
            <a:r>
              <a:rPr lang="en-US" sz="800" dirty="0">
                <a:solidFill>
                  <a:srgbClr val="7F8C8D"/>
                </a:solidFill>
              </a:rPr>
              <a:t>ga</a:t>
            </a:r>
            <a:endParaRPr lang="en-US" sz="800" dirty="0"/>
          </a:p>
        </p:txBody>
      </p:sp>
      <p:sp>
        <p:nvSpPr>
          <p:cNvPr id="11" name="Shape 9"/>
          <p:cNvSpPr/>
          <p:nvPr/>
        </p:nvSpPr>
        <p:spPr>
          <a:xfrm>
            <a:off x="1143000" y="1691640"/>
            <a:ext cx="777240" cy="457200"/>
          </a:xfrm>
          <a:prstGeom prst="rect">
            <a:avLst/>
          </a:prstGeom>
          <a:solidFill>
            <a:srgbClr val="FFFFFF"/>
          </a:solidFill>
          <a:ln w="12700">
            <a:solidFill>
              <a:srgbClr val="E74C3C"/>
            </a:solidFill>
            <a:prstDash val="solid"/>
          </a:ln>
        </p:spPr>
      </p:sp>
      <p:sp>
        <p:nvSpPr>
          <p:cNvPr id="12" name="Shape 10"/>
          <p:cNvSpPr/>
          <p:nvPr/>
        </p:nvSpPr>
        <p:spPr>
          <a:xfrm>
            <a:off x="1143000" y="1691640"/>
            <a:ext cx="36576" cy="457200"/>
          </a:xfrm>
          <a:prstGeom prst="rect">
            <a:avLst/>
          </a:prstGeom>
          <a:solidFill>
            <a:srgbClr val="E74C3C"/>
          </a:solidFill>
          <a:ln/>
        </p:spPr>
      </p:sp>
      <p:sp>
        <p:nvSpPr>
          <p:cNvPr id="13" name="Text 11"/>
          <p:cNvSpPr/>
          <p:nvPr/>
        </p:nvSpPr>
        <p:spPr>
          <a:xfrm>
            <a:off x="1143000" y="1691640"/>
            <a:ext cx="777240" cy="292608"/>
          </a:xfrm>
          <a:prstGeom prst="rect">
            <a:avLst/>
          </a:prstGeom>
          <a:noFill/>
          <a:ln/>
        </p:spPr>
        <p:txBody>
          <a:bodyPr wrap="square" rtlCol="0" anchor="ctr"/>
          <a:lstStyle/>
          <a:p>
            <a:pPr algn="ctr" indent="0" marL="0">
              <a:buNone/>
            </a:pPr>
            <a:r>
              <a:rPr lang="en-US" sz="1800" dirty="0">
                <a:solidFill>
                  <a:srgbClr val="1C2833"/>
                </a:solidFill>
              </a:rPr>
              <a:t>ぎ</a:t>
            </a:r>
            <a:endParaRPr lang="en-US" sz="1800" dirty="0"/>
          </a:p>
        </p:txBody>
      </p:sp>
      <p:sp>
        <p:nvSpPr>
          <p:cNvPr id="14" name="Text 12"/>
          <p:cNvSpPr/>
          <p:nvPr/>
        </p:nvSpPr>
        <p:spPr>
          <a:xfrm>
            <a:off x="1143000" y="1965960"/>
            <a:ext cx="777240" cy="182880"/>
          </a:xfrm>
          <a:prstGeom prst="rect">
            <a:avLst/>
          </a:prstGeom>
          <a:noFill/>
          <a:ln/>
        </p:spPr>
        <p:txBody>
          <a:bodyPr wrap="square" rtlCol="0" anchor="ctr"/>
          <a:lstStyle/>
          <a:p>
            <a:pPr algn="ctr" indent="0" marL="0">
              <a:buNone/>
            </a:pPr>
            <a:r>
              <a:rPr lang="en-US" sz="800" dirty="0">
                <a:solidFill>
                  <a:srgbClr val="7F8C8D"/>
                </a:solidFill>
              </a:rPr>
              <a:t>gi</a:t>
            </a:r>
            <a:endParaRPr lang="en-US" sz="800" dirty="0"/>
          </a:p>
        </p:txBody>
      </p:sp>
      <p:sp>
        <p:nvSpPr>
          <p:cNvPr id="15" name="Shape 13"/>
          <p:cNvSpPr/>
          <p:nvPr/>
        </p:nvSpPr>
        <p:spPr>
          <a:xfrm>
            <a:off x="2011680" y="1691640"/>
            <a:ext cx="777240" cy="457200"/>
          </a:xfrm>
          <a:prstGeom prst="rect">
            <a:avLst/>
          </a:prstGeom>
          <a:solidFill>
            <a:srgbClr val="FFFFFF"/>
          </a:solidFill>
          <a:ln w="12700">
            <a:solidFill>
              <a:srgbClr val="E74C3C"/>
            </a:solidFill>
            <a:prstDash val="solid"/>
          </a:ln>
        </p:spPr>
      </p:sp>
      <p:sp>
        <p:nvSpPr>
          <p:cNvPr id="16" name="Shape 14"/>
          <p:cNvSpPr/>
          <p:nvPr/>
        </p:nvSpPr>
        <p:spPr>
          <a:xfrm>
            <a:off x="2011680" y="1691640"/>
            <a:ext cx="36576" cy="457200"/>
          </a:xfrm>
          <a:prstGeom prst="rect">
            <a:avLst/>
          </a:prstGeom>
          <a:solidFill>
            <a:srgbClr val="E74C3C"/>
          </a:solidFill>
          <a:ln/>
        </p:spPr>
      </p:sp>
      <p:sp>
        <p:nvSpPr>
          <p:cNvPr id="17" name="Text 15"/>
          <p:cNvSpPr/>
          <p:nvPr/>
        </p:nvSpPr>
        <p:spPr>
          <a:xfrm>
            <a:off x="2011680" y="1691640"/>
            <a:ext cx="777240" cy="292608"/>
          </a:xfrm>
          <a:prstGeom prst="rect">
            <a:avLst/>
          </a:prstGeom>
          <a:noFill/>
          <a:ln/>
        </p:spPr>
        <p:txBody>
          <a:bodyPr wrap="square" rtlCol="0" anchor="ctr"/>
          <a:lstStyle/>
          <a:p>
            <a:pPr algn="ctr" indent="0" marL="0">
              <a:buNone/>
            </a:pPr>
            <a:r>
              <a:rPr lang="en-US" sz="1800" dirty="0">
                <a:solidFill>
                  <a:srgbClr val="1C2833"/>
                </a:solidFill>
              </a:rPr>
              <a:t>ぐ</a:t>
            </a:r>
            <a:endParaRPr lang="en-US" sz="1800" dirty="0"/>
          </a:p>
        </p:txBody>
      </p:sp>
      <p:sp>
        <p:nvSpPr>
          <p:cNvPr id="18" name="Text 16"/>
          <p:cNvSpPr/>
          <p:nvPr/>
        </p:nvSpPr>
        <p:spPr>
          <a:xfrm>
            <a:off x="2011680" y="1965960"/>
            <a:ext cx="777240" cy="182880"/>
          </a:xfrm>
          <a:prstGeom prst="rect">
            <a:avLst/>
          </a:prstGeom>
          <a:noFill/>
          <a:ln/>
        </p:spPr>
        <p:txBody>
          <a:bodyPr wrap="square" rtlCol="0" anchor="ctr"/>
          <a:lstStyle/>
          <a:p>
            <a:pPr algn="ctr" indent="0" marL="0">
              <a:buNone/>
            </a:pPr>
            <a:r>
              <a:rPr lang="en-US" sz="800" dirty="0">
                <a:solidFill>
                  <a:srgbClr val="7F8C8D"/>
                </a:solidFill>
              </a:rPr>
              <a:t>gu</a:t>
            </a:r>
            <a:endParaRPr lang="en-US" sz="800" dirty="0"/>
          </a:p>
        </p:txBody>
      </p:sp>
      <p:sp>
        <p:nvSpPr>
          <p:cNvPr id="19" name="Shape 17"/>
          <p:cNvSpPr/>
          <p:nvPr/>
        </p:nvSpPr>
        <p:spPr>
          <a:xfrm>
            <a:off x="2880360" y="1691640"/>
            <a:ext cx="777240" cy="457200"/>
          </a:xfrm>
          <a:prstGeom prst="rect">
            <a:avLst/>
          </a:prstGeom>
          <a:solidFill>
            <a:srgbClr val="FFFFFF"/>
          </a:solidFill>
          <a:ln w="12700">
            <a:solidFill>
              <a:srgbClr val="E74C3C"/>
            </a:solidFill>
            <a:prstDash val="solid"/>
          </a:ln>
        </p:spPr>
      </p:sp>
      <p:sp>
        <p:nvSpPr>
          <p:cNvPr id="20" name="Shape 18"/>
          <p:cNvSpPr/>
          <p:nvPr/>
        </p:nvSpPr>
        <p:spPr>
          <a:xfrm>
            <a:off x="2880360" y="1691640"/>
            <a:ext cx="36576" cy="457200"/>
          </a:xfrm>
          <a:prstGeom prst="rect">
            <a:avLst/>
          </a:prstGeom>
          <a:solidFill>
            <a:srgbClr val="E74C3C"/>
          </a:solidFill>
          <a:ln/>
        </p:spPr>
      </p:sp>
      <p:sp>
        <p:nvSpPr>
          <p:cNvPr id="21" name="Text 19"/>
          <p:cNvSpPr/>
          <p:nvPr/>
        </p:nvSpPr>
        <p:spPr>
          <a:xfrm>
            <a:off x="2880360" y="1691640"/>
            <a:ext cx="777240" cy="292608"/>
          </a:xfrm>
          <a:prstGeom prst="rect">
            <a:avLst/>
          </a:prstGeom>
          <a:noFill/>
          <a:ln/>
        </p:spPr>
        <p:txBody>
          <a:bodyPr wrap="square" rtlCol="0" anchor="ctr"/>
          <a:lstStyle/>
          <a:p>
            <a:pPr algn="ctr" indent="0" marL="0">
              <a:buNone/>
            </a:pPr>
            <a:r>
              <a:rPr lang="en-US" sz="1800" dirty="0">
                <a:solidFill>
                  <a:srgbClr val="1C2833"/>
                </a:solidFill>
              </a:rPr>
              <a:t>げ</a:t>
            </a:r>
            <a:endParaRPr lang="en-US" sz="1800" dirty="0"/>
          </a:p>
        </p:txBody>
      </p:sp>
      <p:sp>
        <p:nvSpPr>
          <p:cNvPr id="22" name="Text 20"/>
          <p:cNvSpPr/>
          <p:nvPr/>
        </p:nvSpPr>
        <p:spPr>
          <a:xfrm>
            <a:off x="2880360" y="1965960"/>
            <a:ext cx="777240" cy="182880"/>
          </a:xfrm>
          <a:prstGeom prst="rect">
            <a:avLst/>
          </a:prstGeom>
          <a:noFill/>
          <a:ln/>
        </p:spPr>
        <p:txBody>
          <a:bodyPr wrap="square" rtlCol="0" anchor="ctr"/>
          <a:lstStyle/>
          <a:p>
            <a:pPr algn="ctr" indent="0" marL="0">
              <a:buNone/>
            </a:pPr>
            <a:r>
              <a:rPr lang="en-US" sz="800" dirty="0">
                <a:solidFill>
                  <a:srgbClr val="7F8C8D"/>
                </a:solidFill>
              </a:rPr>
              <a:t>ge</a:t>
            </a:r>
            <a:endParaRPr lang="en-US" sz="800" dirty="0"/>
          </a:p>
        </p:txBody>
      </p:sp>
      <p:sp>
        <p:nvSpPr>
          <p:cNvPr id="23" name="Shape 21"/>
          <p:cNvSpPr/>
          <p:nvPr/>
        </p:nvSpPr>
        <p:spPr>
          <a:xfrm>
            <a:off x="3749040" y="1691640"/>
            <a:ext cx="777240" cy="457200"/>
          </a:xfrm>
          <a:prstGeom prst="rect">
            <a:avLst/>
          </a:prstGeom>
          <a:solidFill>
            <a:srgbClr val="FFFFFF"/>
          </a:solidFill>
          <a:ln w="12700">
            <a:solidFill>
              <a:srgbClr val="E74C3C"/>
            </a:solidFill>
            <a:prstDash val="solid"/>
          </a:ln>
        </p:spPr>
      </p:sp>
      <p:sp>
        <p:nvSpPr>
          <p:cNvPr id="24" name="Shape 22"/>
          <p:cNvSpPr/>
          <p:nvPr/>
        </p:nvSpPr>
        <p:spPr>
          <a:xfrm>
            <a:off x="3749040" y="1691640"/>
            <a:ext cx="36576" cy="457200"/>
          </a:xfrm>
          <a:prstGeom prst="rect">
            <a:avLst/>
          </a:prstGeom>
          <a:solidFill>
            <a:srgbClr val="E74C3C"/>
          </a:solidFill>
          <a:ln/>
        </p:spPr>
      </p:sp>
      <p:sp>
        <p:nvSpPr>
          <p:cNvPr id="25" name="Text 23"/>
          <p:cNvSpPr/>
          <p:nvPr/>
        </p:nvSpPr>
        <p:spPr>
          <a:xfrm>
            <a:off x="3749040" y="1691640"/>
            <a:ext cx="777240" cy="292608"/>
          </a:xfrm>
          <a:prstGeom prst="rect">
            <a:avLst/>
          </a:prstGeom>
          <a:noFill/>
          <a:ln/>
        </p:spPr>
        <p:txBody>
          <a:bodyPr wrap="square" rtlCol="0" anchor="ctr"/>
          <a:lstStyle/>
          <a:p>
            <a:pPr algn="ctr" indent="0" marL="0">
              <a:buNone/>
            </a:pPr>
            <a:r>
              <a:rPr lang="en-US" sz="1800" dirty="0">
                <a:solidFill>
                  <a:srgbClr val="1C2833"/>
                </a:solidFill>
              </a:rPr>
              <a:t>ご</a:t>
            </a:r>
            <a:endParaRPr lang="en-US" sz="1800" dirty="0"/>
          </a:p>
        </p:txBody>
      </p:sp>
      <p:sp>
        <p:nvSpPr>
          <p:cNvPr id="26" name="Text 24"/>
          <p:cNvSpPr/>
          <p:nvPr/>
        </p:nvSpPr>
        <p:spPr>
          <a:xfrm>
            <a:off x="3749040" y="1965960"/>
            <a:ext cx="777240" cy="182880"/>
          </a:xfrm>
          <a:prstGeom prst="rect">
            <a:avLst/>
          </a:prstGeom>
          <a:noFill/>
          <a:ln/>
        </p:spPr>
        <p:txBody>
          <a:bodyPr wrap="square" rtlCol="0" anchor="ctr"/>
          <a:lstStyle/>
          <a:p>
            <a:pPr algn="ctr" indent="0" marL="0">
              <a:buNone/>
            </a:pPr>
            <a:r>
              <a:rPr lang="en-US" sz="800" dirty="0">
                <a:solidFill>
                  <a:srgbClr val="7F8C8D"/>
                </a:solidFill>
              </a:rPr>
              <a:t>go</a:t>
            </a:r>
            <a:endParaRPr lang="en-US" sz="800" dirty="0"/>
          </a:p>
        </p:txBody>
      </p:sp>
      <p:sp>
        <p:nvSpPr>
          <p:cNvPr id="27" name="Shape 25"/>
          <p:cNvSpPr/>
          <p:nvPr/>
        </p:nvSpPr>
        <p:spPr>
          <a:xfrm>
            <a:off x="274320" y="2240280"/>
            <a:ext cx="777240" cy="457200"/>
          </a:xfrm>
          <a:prstGeom prst="rect">
            <a:avLst/>
          </a:prstGeom>
          <a:solidFill>
            <a:srgbClr val="FFFFFF"/>
          </a:solidFill>
          <a:ln w="12700">
            <a:solidFill>
              <a:srgbClr val="E74C3C"/>
            </a:solidFill>
            <a:prstDash val="solid"/>
          </a:ln>
        </p:spPr>
      </p:sp>
      <p:sp>
        <p:nvSpPr>
          <p:cNvPr id="28" name="Shape 26"/>
          <p:cNvSpPr/>
          <p:nvPr/>
        </p:nvSpPr>
        <p:spPr>
          <a:xfrm>
            <a:off x="274320" y="2240280"/>
            <a:ext cx="36576" cy="457200"/>
          </a:xfrm>
          <a:prstGeom prst="rect">
            <a:avLst/>
          </a:prstGeom>
          <a:solidFill>
            <a:srgbClr val="E74C3C"/>
          </a:solidFill>
          <a:ln/>
        </p:spPr>
      </p:sp>
      <p:sp>
        <p:nvSpPr>
          <p:cNvPr id="29" name="Text 27"/>
          <p:cNvSpPr/>
          <p:nvPr/>
        </p:nvSpPr>
        <p:spPr>
          <a:xfrm>
            <a:off x="274320" y="2240280"/>
            <a:ext cx="777240" cy="292608"/>
          </a:xfrm>
          <a:prstGeom prst="rect">
            <a:avLst/>
          </a:prstGeom>
          <a:noFill/>
          <a:ln/>
        </p:spPr>
        <p:txBody>
          <a:bodyPr wrap="square" rtlCol="0" anchor="ctr"/>
          <a:lstStyle/>
          <a:p>
            <a:pPr algn="ctr" indent="0" marL="0">
              <a:buNone/>
            </a:pPr>
            <a:r>
              <a:rPr lang="en-US" sz="1800" dirty="0">
                <a:solidFill>
                  <a:srgbClr val="1C2833"/>
                </a:solidFill>
              </a:rPr>
              <a:t>ざ</a:t>
            </a:r>
            <a:endParaRPr lang="en-US" sz="1800" dirty="0"/>
          </a:p>
        </p:txBody>
      </p:sp>
      <p:sp>
        <p:nvSpPr>
          <p:cNvPr id="30" name="Text 28"/>
          <p:cNvSpPr/>
          <p:nvPr/>
        </p:nvSpPr>
        <p:spPr>
          <a:xfrm>
            <a:off x="274320" y="2514600"/>
            <a:ext cx="777240" cy="182880"/>
          </a:xfrm>
          <a:prstGeom prst="rect">
            <a:avLst/>
          </a:prstGeom>
          <a:noFill/>
          <a:ln/>
        </p:spPr>
        <p:txBody>
          <a:bodyPr wrap="square" rtlCol="0" anchor="ctr"/>
          <a:lstStyle/>
          <a:p>
            <a:pPr algn="ctr" indent="0" marL="0">
              <a:buNone/>
            </a:pPr>
            <a:r>
              <a:rPr lang="en-US" sz="800" dirty="0">
                <a:solidFill>
                  <a:srgbClr val="7F8C8D"/>
                </a:solidFill>
              </a:rPr>
              <a:t>za</a:t>
            </a:r>
            <a:endParaRPr lang="en-US" sz="800" dirty="0"/>
          </a:p>
        </p:txBody>
      </p:sp>
      <p:sp>
        <p:nvSpPr>
          <p:cNvPr id="31" name="Shape 29"/>
          <p:cNvSpPr/>
          <p:nvPr/>
        </p:nvSpPr>
        <p:spPr>
          <a:xfrm>
            <a:off x="1143000" y="2240280"/>
            <a:ext cx="777240" cy="457200"/>
          </a:xfrm>
          <a:prstGeom prst="rect">
            <a:avLst/>
          </a:prstGeom>
          <a:solidFill>
            <a:srgbClr val="FFFFFF"/>
          </a:solidFill>
          <a:ln w="12700">
            <a:solidFill>
              <a:srgbClr val="E74C3C"/>
            </a:solidFill>
            <a:prstDash val="solid"/>
          </a:ln>
        </p:spPr>
      </p:sp>
      <p:sp>
        <p:nvSpPr>
          <p:cNvPr id="32" name="Shape 30"/>
          <p:cNvSpPr/>
          <p:nvPr/>
        </p:nvSpPr>
        <p:spPr>
          <a:xfrm>
            <a:off x="1143000" y="2240280"/>
            <a:ext cx="36576" cy="457200"/>
          </a:xfrm>
          <a:prstGeom prst="rect">
            <a:avLst/>
          </a:prstGeom>
          <a:solidFill>
            <a:srgbClr val="E74C3C"/>
          </a:solidFill>
          <a:ln/>
        </p:spPr>
      </p:sp>
      <p:sp>
        <p:nvSpPr>
          <p:cNvPr id="33" name="Text 31"/>
          <p:cNvSpPr/>
          <p:nvPr/>
        </p:nvSpPr>
        <p:spPr>
          <a:xfrm>
            <a:off x="1143000" y="2240280"/>
            <a:ext cx="777240" cy="292608"/>
          </a:xfrm>
          <a:prstGeom prst="rect">
            <a:avLst/>
          </a:prstGeom>
          <a:noFill/>
          <a:ln/>
        </p:spPr>
        <p:txBody>
          <a:bodyPr wrap="square" rtlCol="0" anchor="ctr"/>
          <a:lstStyle/>
          <a:p>
            <a:pPr algn="ctr" indent="0" marL="0">
              <a:buNone/>
            </a:pPr>
            <a:r>
              <a:rPr lang="en-US" sz="1800" dirty="0">
                <a:solidFill>
                  <a:srgbClr val="1C2833"/>
                </a:solidFill>
              </a:rPr>
              <a:t>じ</a:t>
            </a:r>
            <a:endParaRPr lang="en-US" sz="1800" dirty="0"/>
          </a:p>
        </p:txBody>
      </p:sp>
      <p:sp>
        <p:nvSpPr>
          <p:cNvPr id="34" name="Text 32"/>
          <p:cNvSpPr/>
          <p:nvPr/>
        </p:nvSpPr>
        <p:spPr>
          <a:xfrm>
            <a:off x="1143000" y="2514600"/>
            <a:ext cx="777240" cy="182880"/>
          </a:xfrm>
          <a:prstGeom prst="rect">
            <a:avLst/>
          </a:prstGeom>
          <a:noFill/>
          <a:ln/>
        </p:spPr>
        <p:txBody>
          <a:bodyPr wrap="square" rtlCol="0" anchor="ctr"/>
          <a:lstStyle/>
          <a:p>
            <a:pPr algn="ctr" indent="0" marL="0">
              <a:buNone/>
            </a:pPr>
            <a:r>
              <a:rPr lang="en-US" sz="800" dirty="0">
                <a:solidFill>
                  <a:srgbClr val="7F8C8D"/>
                </a:solidFill>
              </a:rPr>
              <a:t>ji</a:t>
            </a:r>
            <a:endParaRPr lang="en-US" sz="800" dirty="0"/>
          </a:p>
        </p:txBody>
      </p:sp>
      <p:sp>
        <p:nvSpPr>
          <p:cNvPr id="35" name="Shape 33"/>
          <p:cNvSpPr/>
          <p:nvPr/>
        </p:nvSpPr>
        <p:spPr>
          <a:xfrm>
            <a:off x="2011680" y="2240280"/>
            <a:ext cx="777240" cy="457200"/>
          </a:xfrm>
          <a:prstGeom prst="rect">
            <a:avLst/>
          </a:prstGeom>
          <a:solidFill>
            <a:srgbClr val="FFFFFF"/>
          </a:solidFill>
          <a:ln w="12700">
            <a:solidFill>
              <a:srgbClr val="E74C3C"/>
            </a:solidFill>
            <a:prstDash val="solid"/>
          </a:ln>
        </p:spPr>
      </p:sp>
      <p:sp>
        <p:nvSpPr>
          <p:cNvPr id="36" name="Shape 34"/>
          <p:cNvSpPr/>
          <p:nvPr/>
        </p:nvSpPr>
        <p:spPr>
          <a:xfrm>
            <a:off x="2011680" y="2240280"/>
            <a:ext cx="36576" cy="457200"/>
          </a:xfrm>
          <a:prstGeom prst="rect">
            <a:avLst/>
          </a:prstGeom>
          <a:solidFill>
            <a:srgbClr val="E74C3C"/>
          </a:solidFill>
          <a:ln/>
        </p:spPr>
      </p:sp>
      <p:sp>
        <p:nvSpPr>
          <p:cNvPr id="37" name="Text 35"/>
          <p:cNvSpPr/>
          <p:nvPr/>
        </p:nvSpPr>
        <p:spPr>
          <a:xfrm>
            <a:off x="2011680" y="2240280"/>
            <a:ext cx="777240" cy="292608"/>
          </a:xfrm>
          <a:prstGeom prst="rect">
            <a:avLst/>
          </a:prstGeom>
          <a:noFill/>
          <a:ln/>
        </p:spPr>
        <p:txBody>
          <a:bodyPr wrap="square" rtlCol="0" anchor="ctr"/>
          <a:lstStyle/>
          <a:p>
            <a:pPr algn="ctr" indent="0" marL="0">
              <a:buNone/>
            </a:pPr>
            <a:r>
              <a:rPr lang="en-US" sz="1800" dirty="0">
                <a:solidFill>
                  <a:srgbClr val="1C2833"/>
                </a:solidFill>
              </a:rPr>
              <a:t>ず</a:t>
            </a:r>
            <a:endParaRPr lang="en-US" sz="1800" dirty="0"/>
          </a:p>
        </p:txBody>
      </p:sp>
      <p:sp>
        <p:nvSpPr>
          <p:cNvPr id="38" name="Text 36"/>
          <p:cNvSpPr/>
          <p:nvPr/>
        </p:nvSpPr>
        <p:spPr>
          <a:xfrm>
            <a:off x="2011680" y="2514600"/>
            <a:ext cx="777240" cy="182880"/>
          </a:xfrm>
          <a:prstGeom prst="rect">
            <a:avLst/>
          </a:prstGeom>
          <a:noFill/>
          <a:ln/>
        </p:spPr>
        <p:txBody>
          <a:bodyPr wrap="square" rtlCol="0" anchor="ctr"/>
          <a:lstStyle/>
          <a:p>
            <a:pPr algn="ctr" indent="0" marL="0">
              <a:buNone/>
            </a:pPr>
            <a:r>
              <a:rPr lang="en-US" sz="800" dirty="0">
                <a:solidFill>
                  <a:srgbClr val="7F8C8D"/>
                </a:solidFill>
              </a:rPr>
              <a:t>zu</a:t>
            </a:r>
            <a:endParaRPr lang="en-US" sz="800" dirty="0"/>
          </a:p>
        </p:txBody>
      </p:sp>
      <p:sp>
        <p:nvSpPr>
          <p:cNvPr id="39" name="Shape 37"/>
          <p:cNvSpPr/>
          <p:nvPr/>
        </p:nvSpPr>
        <p:spPr>
          <a:xfrm>
            <a:off x="2880360" y="2240280"/>
            <a:ext cx="777240" cy="457200"/>
          </a:xfrm>
          <a:prstGeom prst="rect">
            <a:avLst/>
          </a:prstGeom>
          <a:solidFill>
            <a:srgbClr val="FFFFFF"/>
          </a:solidFill>
          <a:ln w="12700">
            <a:solidFill>
              <a:srgbClr val="E74C3C"/>
            </a:solidFill>
            <a:prstDash val="solid"/>
          </a:ln>
        </p:spPr>
      </p:sp>
      <p:sp>
        <p:nvSpPr>
          <p:cNvPr id="40" name="Shape 38"/>
          <p:cNvSpPr/>
          <p:nvPr/>
        </p:nvSpPr>
        <p:spPr>
          <a:xfrm>
            <a:off x="2880360" y="2240280"/>
            <a:ext cx="36576" cy="457200"/>
          </a:xfrm>
          <a:prstGeom prst="rect">
            <a:avLst/>
          </a:prstGeom>
          <a:solidFill>
            <a:srgbClr val="E74C3C"/>
          </a:solidFill>
          <a:ln/>
        </p:spPr>
      </p:sp>
      <p:sp>
        <p:nvSpPr>
          <p:cNvPr id="41" name="Text 39"/>
          <p:cNvSpPr/>
          <p:nvPr/>
        </p:nvSpPr>
        <p:spPr>
          <a:xfrm>
            <a:off x="2880360" y="2240280"/>
            <a:ext cx="777240" cy="292608"/>
          </a:xfrm>
          <a:prstGeom prst="rect">
            <a:avLst/>
          </a:prstGeom>
          <a:noFill/>
          <a:ln/>
        </p:spPr>
        <p:txBody>
          <a:bodyPr wrap="square" rtlCol="0" anchor="ctr"/>
          <a:lstStyle/>
          <a:p>
            <a:pPr algn="ctr" indent="0" marL="0">
              <a:buNone/>
            </a:pPr>
            <a:r>
              <a:rPr lang="en-US" sz="1800" dirty="0">
                <a:solidFill>
                  <a:srgbClr val="1C2833"/>
                </a:solidFill>
              </a:rPr>
              <a:t>ぜ</a:t>
            </a:r>
            <a:endParaRPr lang="en-US" sz="1800" dirty="0"/>
          </a:p>
        </p:txBody>
      </p:sp>
      <p:sp>
        <p:nvSpPr>
          <p:cNvPr id="42" name="Text 40"/>
          <p:cNvSpPr/>
          <p:nvPr/>
        </p:nvSpPr>
        <p:spPr>
          <a:xfrm>
            <a:off x="2880360" y="2514600"/>
            <a:ext cx="777240" cy="182880"/>
          </a:xfrm>
          <a:prstGeom prst="rect">
            <a:avLst/>
          </a:prstGeom>
          <a:noFill/>
          <a:ln/>
        </p:spPr>
        <p:txBody>
          <a:bodyPr wrap="square" rtlCol="0" anchor="ctr"/>
          <a:lstStyle/>
          <a:p>
            <a:pPr algn="ctr" indent="0" marL="0">
              <a:buNone/>
            </a:pPr>
            <a:r>
              <a:rPr lang="en-US" sz="800" dirty="0">
                <a:solidFill>
                  <a:srgbClr val="7F8C8D"/>
                </a:solidFill>
              </a:rPr>
              <a:t>ze</a:t>
            </a:r>
            <a:endParaRPr lang="en-US" sz="800" dirty="0"/>
          </a:p>
        </p:txBody>
      </p:sp>
      <p:sp>
        <p:nvSpPr>
          <p:cNvPr id="43" name="Shape 41"/>
          <p:cNvSpPr/>
          <p:nvPr/>
        </p:nvSpPr>
        <p:spPr>
          <a:xfrm>
            <a:off x="3749040" y="2240280"/>
            <a:ext cx="777240" cy="457200"/>
          </a:xfrm>
          <a:prstGeom prst="rect">
            <a:avLst/>
          </a:prstGeom>
          <a:solidFill>
            <a:srgbClr val="FFFFFF"/>
          </a:solidFill>
          <a:ln w="12700">
            <a:solidFill>
              <a:srgbClr val="E74C3C"/>
            </a:solidFill>
            <a:prstDash val="solid"/>
          </a:ln>
        </p:spPr>
      </p:sp>
      <p:sp>
        <p:nvSpPr>
          <p:cNvPr id="44" name="Shape 42"/>
          <p:cNvSpPr/>
          <p:nvPr/>
        </p:nvSpPr>
        <p:spPr>
          <a:xfrm>
            <a:off x="3749040" y="2240280"/>
            <a:ext cx="36576" cy="457200"/>
          </a:xfrm>
          <a:prstGeom prst="rect">
            <a:avLst/>
          </a:prstGeom>
          <a:solidFill>
            <a:srgbClr val="E74C3C"/>
          </a:solidFill>
          <a:ln/>
        </p:spPr>
      </p:sp>
      <p:sp>
        <p:nvSpPr>
          <p:cNvPr id="45" name="Text 43"/>
          <p:cNvSpPr/>
          <p:nvPr/>
        </p:nvSpPr>
        <p:spPr>
          <a:xfrm>
            <a:off x="3749040" y="2240280"/>
            <a:ext cx="777240" cy="292608"/>
          </a:xfrm>
          <a:prstGeom prst="rect">
            <a:avLst/>
          </a:prstGeom>
          <a:noFill/>
          <a:ln/>
        </p:spPr>
        <p:txBody>
          <a:bodyPr wrap="square" rtlCol="0" anchor="ctr"/>
          <a:lstStyle/>
          <a:p>
            <a:pPr algn="ctr" indent="0" marL="0">
              <a:buNone/>
            </a:pPr>
            <a:r>
              <a:rPr lang="en-US" sz="1800" dirty="0">
                <a:solidFill>
                  <a:srgbClr val="1C2833"/>
                </a:solidFill>
              </a:rPr>
              <a:t>ぞ</a:t>
            </a:r>
            <a:endParaRPr lang="en-US" sz="1800" dirty="0"/>
          </a:p>
        </p:txBody>
      </p:sp>
      <p:sp>
        <p:nvSpPr>
          <p:cNvPr id="46" name="Text 44"/>
          <p:cNvSpPr/>
          <p:nvPr/>
        </p:nvSpPr>
        <p:spPr>
          <a:xfrm>
            <a:off x="3749040" y="2514600"/>
            <a:ext cx="777240" cy="182880"/>
          </a:xfrm>
          <a:prstGeom prst="rect">
            <a:avLst/>
          </a:prstGeom>
          <a:noFill/>
          <a:ln/>
        </p:spPr>
        <p:txBody>
          <a:bodyPr wrap="square" rtlCol="0" anchor="ctr"/>
          <a:lstStyle/>
          <a:p>
            <a:pPr algn="ctr" indent="0" marL="0">
              <a:buNone/>
            </a:pPr>
            <a:r>
              <a:rPr lang="en-US" sz="800" dirty="0">
                <a:solidFill>
                  <a:srgbClr val="7F8C8D"/>
                </a:solidFill>
              </a:rPr>
              <a:t>zo</a:t>
            </a:r>
            <a:endParaRPr lang="en-US" sz="800" dirty="0"/>
          </a:p>
        </p:txBody>
      </p:sp>
      <p:sp>
        <p:nvSpPr>
          <p:cNvPr id="47" name="Shape 45"/>
          <p:cNvSpPr/>
          <p:nvPr/>
        </p:nvSpPr>
        <p:spPr>
          <a:xfrm>
            <a:off x="274320" y="2788920"/>
            <a:ext cx="777240" cy="457200"/>
          </a:xfrm>
          <a:prstGeom prst="rect">
            <a:avLst/>
          </a:prstGeom>
          <a:solidFill>
            <a:srgbClr val="FFFFFF"/>
          </a:solidFill>
          <a:ln w="12700">
            <a:solidFill>
              <a:srgbClr val="E74C3C"/>
            </a:solidFill>
            <a:prstDash val="solid"/>
          </a:ln>
        </p:spPr>
      </p:sp>
      <p:sp>
        <p:nvSpPr>
          <p:cNvPr id="48" name="Shape 46"/>
          <p:cNvSpPr/>
          <p:nvPr/>
        </p:nvSpPr>
        <p:spPr>
          <a:xfrm>
            <a:off x="274320" y="2788920"/>
            <a:ext cx="36576" cy="457200"/>
          </a:xfrm>
          <a:prstGeom prst="rect">
            <a:avLst/>
          </a:prstGeom>
          <a:solidFill>
            <a:srgbClr val="E74C3C"/>
          </a:solidFill>
          <a:ln/>
        </p:spPr>
      </p:sp>
      <p:sp>
        <p:nvSpPr>
          <p:cNvPr id="49" name="Text 47"/>
          <p:cNvSpPr/>
          <p:nvPr/>
        </p:nvSpPr>
        <p:spPr>
          <a:xfrm>
            <a:off x="274320" y="2788920"/>
            <a:ext cx="777240" cy="292608"/>
          </a:xfrm>
          <a:prstGeom prst="rect">
            <a:avLst/>
          </a:prstGeom>
          <a:noFill/>
          <a:ln/>
        </p:spPr>
        <p:txBody>
          <a:bodyPr wrap="square" rtlCol="0" anchor="ctr"/>
          <a:lstStyle/>
          <a:p>
            <a:pPr algn="ctr" indent="0" marL="0">
              <a:buNone/>
            </a:pPr>
            <a:r>
              <a:rPr lang="en-US" sz="1800" dirty="0">
                <a:solidFill>
                  <a:srgbClr val="1C2833"/>
                </a:solidFill>
              </a:rPr>
              <a:t>だ</a:t>
            </a:r>
            <a:endParaRPr lang="en-US" sz="1800" dirty="0"/>
          </a:p>
        </p:txBody>
      </p:sp>
      <p:sp>
        <p:nvSpPr>
          <p:cNvPr id="50" name="Text 48"/>
          <p:cNvSpPr/>
          <p:nvPr/>
        </p:nvSpPr>
        <p:spPr>
          <a:xfrm>
            <a:off x="274320" y="3063240"/>
            <a:ext cx="777240" cy="182880"/>
          </a:xfrm>
          <a:prstGeom prst="rect">
            <a:avLst/>
          </a:prstGeom>
          <a:noFill/>
          <a:ln/>
        </p:spPr>
        <p:txBody>
          <a:bodyPr wrap="square" rtlCol="0" anchor="ctr"/>
          <a:lstStyle/>
          <a:p>
            <a:pPr algn="ctr" indent="0" marL="0">
              <a:buNone/>
            </a:pPr>
            <a:r>
              <a:rPr lang="en-US" sz="800" dirty="0">
                <a:solidFill>
                  <a:srgbClr val="7F8C8D"/>
                </a:solidFill>
              </a:rPr>
              <a:t>da</a:t>
            </a:r>
            <a:endParaRPr lang="en-US" sz="800" dirty="0"/>
          </a:p>
        </p:txBody>
      </p:sp>
      <p:sp>
        <p:nvSpPr>
          <p:cNvPr id="51" name="Shape 49"/>
          <p:cNvSpPr/>
          <p:nvPr/>
        </p:nvSpPr>
        <p:spPr>
          <a:xfrm>
            <a:off x="1143000" y="2788920"/>
            <a:ext cx="777240" cy="457200"/>
          </a:xfrm>
          <a:prstGeom prst="rect">
            <a:avLst/>
          </a:prstGeom>
          <a:solidFill>
            <a:srgbClr val="FFFFFF"/>
          </a:solidFill>
          <a:ln w="12700">
            <a:solidFill>
              <a:srgbClr val="E74C3C"/>
            </a:solidFill>
            <a:prstDash val="solid"/>
          </a:ln>
        </p:spPr>
      </p:sp>
      <p:sp>
        <p:nvSpPr>
          <p:cNvPr id="52" name="Shape 50"/>
          <p:cNvSpPr/>
          <p:nvPr/>
        </p:nvSpPr>
        <p:spPr>
          <a:xfrm>
            <a:off x="1143000" y="2788920"/>
            <a:ext cx="36576" cy="457200"/>
          </a:xfrm>
          <a:prstGeom prst="rect">
            <a:avLst/>
          </a:prstGeom>
          <a:solidFill>
            <a:srgbClr val="E74C3C"/>
          </a:solidFill>
          <a:ln/>
        </p:spPr>
      </p:sp>
      <p:sp>
        <p:nvSpPr>
          <p:cNvPr id="53" name="Text 51"/>
          <p:cNvSpPr/>
          <p:nvPr/>
        </p:nvSpPr>
        <p:spPr>
          <a:xfrm>
            <a:off x="1143000" y="2788920"/>
            <a:ext cx="777240" cy="292608"/>
          </a:xfrm>
          <a:prstGeom prst="rect">
            <a:avLst/>
          </a:prstGeom>
          <a:noFill/>
          <a:ln/>
        </p:spPr>
        <p:txBody>
          <a:bodyPr wrap="square" rtlCol="0" anchor="ctr"/>
          <a:lstStyle/>
          <a:p>
            <a:pPr algn="ctr" indent="0" marL="0">
              <a:buNone/>
            </a:pPr>
            <a:r>
              <a:rPr lang="en-US" sz="1800" dirty="0">
                <a:solidFill>
                  <a:srgbClr val="1C2833"/>
                </a:solidFill>
              </a:rPr>
              <a:t>ぢ</a:t>
            </a:r>
            <a:endParaRPr lang="en-US" sz="1800" dirty="0"/>
          </a:p>
        </p:txBody>
      </p:sp>
      <p:sp>
        <p:nvSpPr>
          <p:cNvPr id="54" name="Text 52"/>
          <p:cNvSpPr/>
          <p:nvPr/>
        </p:nvSpPr>
        <p:spPr>
          <a:xfrm>
            <a:off x="1143000" y="3063240"/>
            <a:ext cx="777240" cy="182880"/>
          </a:xfrm>
          <a:prstGeom prst="rect">
            <a:avLst/>
          </a:prstGeom>
          <a:noFill/>
          <a:ln/>
        </p:spPr>
        <p:txBody>
          <a:bodyPr wrap="square" rtlCol="0" anchor="ctr"/>
          <a:lstStyle/>
          <a:p>
            <a:pPr algn="ctr" indent="0" marL="0">
              <a:buNone/>
            </a:pPr>
            <a:r>
              <a:rPr lang="en-US" sz="800" dirty="0">
                <a:solidFill>
                  <a:srgbClr val="7F8C8D"/>
                </a:solidFill>
              </a:rPr>
              <a:t>di</a:t>
            </a:r>
            <a:endParaRPr lang="en-US" sz="800" dirty="0"/>
          </a:p>
        </p:txBody>
      </p:sp>
      <p:sp>
        <p:nvSpPr>
          <p:cNvPr id="55" name="Shape 53"/>
          <p:cNvSpPr/>
          <p:nvPr/>
        </p:nvSpPr>
        <p:spPr>
          <a:xfrm>
            <a:off x="2011680" y="2788920"/>
            <a:ext cx="777240" cy="457200"/>
          </a:xfrm>
          <a:prstGeom prst="rect">
            <a:avLst/>
          </a:prstGeom>
          <a:solidFill>
            <a:srgbClr val="FFFFFF"/>
          </a:solidFill>
          <a:ln w="12700">
            <a:solidFill>
              <a:srgbClr val="E74C3C"/>
            </a:solidFill>
            <a:prstDash val="solid"/>
          </a:ln>
        </p:spPr>
      </p:sp>
      <p:sp>
        <p:nvSpPr>
          <p:cNvPr id="56" name="Shape 54"/>
          <p:cNvSpPr/>
          <p:nvPr/>
        </p:nvSpPr>
        <p:spPr>
          <a:xfrm>
            <a:off x="2011680" y="2788920"/>
            <a:ext cx="36576" cy="457200"/>
          </a:xfrm>
          <a:prstGeom prst="rect">
            <a:avLst/>
          </a:prstGeom>
          <a:solidFill>
            <a:srgbClr val="E74C3C"/>
          </a:solidFill>
          <a:ln/>
        </p:spPr>
      </p:sp>
      <p:sp>
        <p:nvSpPr>
          <p:cNvPr id="57" name="Text 55"/>
          <p:cNvSpPr/>
          <p:nvPr/>
        </p:nvSpPr>
        <p:spPr>
          <a:xfrm>
            <a:off x="2011680" y="2788920"/>
            <a:ext cx="777240" cy="292608"/>
          </a:xfrm>
          <a:prstGeom prst="rect">
            <a:avLst/>
          </a:prstGeom>
          <a:noFill/>
          <a:ln/>
        </p:spPr>
        <p:txBody>
          <a:bodyPr wrap="square" rtlCol="0" anchor="ctr"/>
          <a:lstStyle/>
          <a:p>
            <a:pPr algn="ctr" indent="0" marL="0">
              <a:buNone/>
            </a:pPr>
            <a:r>
              <a:rPr lang="en-US" sz="1800" dirty="0">
                <a:solidFill>
                  <a:srgbClr val="1C2833"/>
                </a:solidFill>
              </a:rPr>
              <a:t>づ</a:t>
            </a:r>
            <a:endParaRPr lang="en-US" sz="1800" dirty="0"/>
          </a:p>
        </p:txBody>
      </p:sp>
      <p:sp>
        <p:nvSpPr>
          <p:cNvPr id="58" name="Text 56"/>
          <p:cNvSpPr/>
          <p:nvPr/>
        </p:nvSpPr>
        <p:spPr>
          <a:xfrm>
            <a:off x="2011680" y="3063240"/>
            <a:ext cx="777240" cy="182880"/>
          </a:xfrm>
          <a:prstGeom prst="rect">
            <a:avLst/>
          </a:prstGeom>
          <a:noFill/>
          <a:ln/>
        </p:spPr>
        <p:txBody>
          <a:bodyPr wrap="square" rtlCol="0" anchor="ctr"/>
          <a:lstStyle/>
          <a:p>
            <a:pPr algn="ctr" indent="0" marL="0">
              <a:buNone/>
            </a:pPr>
            <a:r>
              <a:rPr lang="en-US" sz="800" dirty="0">
                <a:solidFill>
                  <a:srgbClr val="7F8C8D"/>
                </a:solidFill>
              </a:rPr>
              <a:t>du</a:t>
            </a:r>
            <a:endParaRPr lang="en-US" sz="800" dirty="0"/>
          </a:p>
        </p:txBody>
      </p:sp>
      <p:sp>
        <p:nvSpPr>
          <p:cNvPr id="59" name="Shape 57"/>
          <p:cNvSpPr/>
          <p:nvPr/>
        </p:nvSpPr>
        <p:spPr>
          <a:xfrm>
            <a:off x="2880360" y="2788920"/>
            <a:ext cx="777240" cy="457200"/>
          </a:xfrm>
          <a:prstGeom prst="rect">
            <a:avLst/>
          </a:prstGeom>
          <a:solidFill>
            <a:srgbClr val="FFFFFF"/>
          </a:solidFill>
          <a:ln w="12700">
            <a:solidFill>
              <a:srgbClr val="E74C3C"/>
            </a:solidFill>
            <a:prstDash val="solid"/>
          </a:ln>
        </p:spPr>
      </p:sp>
      <p:sp>
        <p:nvSpPr>
          <p:cNvPr id="60" name="Shape 58"/>
          <p:cNvSpPr/>
          <p:nvPr/>
        </p:nvSpPr>
        <p:spPr>
          <a:xfrm>
            <a:off x="2880360" y="2788920"/>
            <a:ext cx="36576" cy="457200"/>
          </a:xfrm>
          <a:prstGeom prst="rect">
            <a:avLst/>
          </a:prstGeom>
          <a:solidFill>
            <a:srgbClr val="E74C3C"/>
          </a:solidFill>
          <a:ln/>
        </p:spPr>
      </p:sp>
      <p:sp>
        <p:nvSpPr>
          <p:cNvPr id="61" name="Text 59"/>
          <p:cNvSpPr/>
          <p:nvPr/>
        </p:nvSpPr>
        <p:spPr>
          <a:xfrm>
            <a:off x="2880360" y="2788920"/>
            <a:ext cx="777240" cy="292608"/>
          </a:xfrm>
          <a:prstGeom prst="rect">
            <a:avLst/>
          </a:prstGeom>
          <a:noFill/>
          <a:ln/>
        </p:spPr>
        <p:txBody>
          <a:bodyPr wrap="square" rtlCol="0" anchor="ctr"/>
          <a:lstStyle/>
          <a:p>
            <a:pPr algn="ctr" indent="0" marL="0">
              <a:buNone/>
            </a:pPr>
            <a:r>
              <a:rPr lang="en-US" sz="1800" dirty="0">
                <a:solidFill>
                  <a:srgbClr val="1C2833"/>
                </a:solidFill>
              </a:rPr>
              <a:t>で</a:t>
            </a:r>
            <a:endParaRPr lang="en-US" sz="1800" dirty="0"/>
          </a:p>
        </p:txBody>
      </p:sp>
      <p:sp>
        <p:nvSpPr>
          <p:cNvPr id="62" name="Text 60"/>
          <p:cNvSpPr/>
          <p:nvPr/>
        </p:nvSpPr>
        <p:spPr>
          <a:xfrm>
            <a:off x="2880360" y="3063240"/>
            <a:ext cx="777240" cy="182880"/>
          </a:xfrm>
          <a:prstGeom prst="rect">
            <a:avLst/>
          </a:prstGeom>
          <a:noFill/>
          <a:ln/>
        </p:spPr>
        <p:txBody>
          <a:bodyPr wrap="square" rtlCol="0" anchor="ctr"/>
          <a:lstStyle/>
          <a:p>
            <a:pPr algn="ctr" indent="0" marL="0">
              <a:buNone/>
            </a:pPr>
            <a:r>
              <a:rPr lang="en-US" sz="800" dirty="0">
                <a:solidFill>
                  <a:srgbClr val="7F8C8D"/>
                </a:solidFill>
              </a:rPr>
              <a:t>de</a:t>
            </a:r>
            <a:endParaRPr lang="en-US" sz="800" dirty="0"/>
          </a:p>
        </p:txBody>
      </p:sp>
      <p:sp>
        <p:nvSpPr>
          <p:cNvPr id="63" name="Shape 61"/>
          <p:cNvSpPr/>
          <p:nvPr/>
        </p:nvSpPr>
        <p:spPr>
          <a:xfrm>
            <a:off x="3749040" y="2788920"/>
            <a:ext cx="777240" cy="457200"/>
          </a:xfrm>
          <a:prstGeom prst="rect">
            <a:avLst/>
          </a:prstGeom>
          <a:solidFill>
            <a:srgbClr val="FFFFFF"/>
          </a:solidFill>
          <a:ln w="12700">
            <a:solidFill>
              <a:srgbClr val="E74C3C"/>
            </a:solidFill>
            <a:prstDash val="solid"/>
          </a:ln>
        </p:spPr>
      </p:sp>
      <p:sp>
        <p:nvSpPr>
          <p:cNvPr id="64" name="Shape 62"/>
          <p:cNvSpPr/>
          <p:nvPr/>
        </p:nvSpPr>
        <p:spPr>
          <a:xfrm>
            <a:off x="3749040" y="2788920"/>
            <a:ext cx="36576" cy="457200"/>
          </a:xfrm>
          <a:prstGeom prst="rect">
            <a:avLst/>
          </a:prstGeom>
          <a:solidFill>
            <a:srgbClr val="E74C3C"/>
          </a:solidFill>
          <a:ln/>
        </p:spPr>
      </p:sp>
      <p:sp>
        <p:nvSpPr>
          <p:cNvPr id="65" name="Text 63"/>
          <p:cNvSpPr/>
          <p:nvPr/>
        </p:nvSpPr>
        <p:spPr>
          <a:xfrm>
            <a:off x="3749040" y="2788920"/>
            <a:ext cx="777240" cy="292608"/>
          </a:xfrm>
          <a:prstGeom prst="rect">
            <a:avLst/>
          </a:prstGeom>
          <a:noFill/>
          <a:ln/>
        </p:spPr>
        <p:txBody>
          <a:bodyPr wrap="square" rtlCol="0" anchor="ctr"/>
          <a:lstStyle/>
          <a:p>
            <a:pPr algn="ctr" indent="0" marL="0">
              <a:buNone/>
            </a:pPr>
            <a:r>
              <a:rPr lang="en-US" sz="1800" dirty="0">
                <a:solidFill>
                  <a:srgbClr val="1C2833"/>
                </a:solidFill>
              </a:rPr>
              <a:t>ど</a:t>
            </a:r>
            <a:endParaRPr lang="en-US" sz="1800" dirty="0"/>
          </a:p>
        </p:txBody>
      </p:sp>
      <p:sp>
        <p:nvSpPr>
          <p:cNvPr id="66" name="Text 64"/>
          <p:cNvSpPr/>
          <p:nvPr/>
        </p:nvSpPr>
        <p:spPr>
          <a:xfrm>
            <a:off x="3749040" y="3063240"/>
            <a:ext cx="777240" cy="182880"/>
          </a:xfrm>
          <a:prstGeom prst="rect">
            <a:avLst/>
          </a:prstGeom>
          <a:noFill/>
          <a:ln/>
        </p:spPr>
        <p:txBody>
          <a:bodyPr wrap="square" rtlCol="0" anchor="ctr"/>
          <a:lstStyle/>
          <a:p>
            <a:pPr algn="ctr" indent="0" marL="0">
              <a:buNone/>
            </a:pPr>
            <a:r>
              <a:rPr lang="en-US" sz="800" dirty="0">
                <a:solidFill>
                  <a:srgbClr val="7F8C8D"/>
                </a:solidFill>
              </a:rPr>
              <a:t>do</a:t>
            </a:r>
            <a:endParaRPr lang="en-US" sz="800" dirty="0"/>
          </a:p>
        </p:txBody>
      </p:sp>
      <p:sp>
        <p:nvSpPr>
          <p:cNvPr id="67" name="Shape 65"/>
          <p:cNvSpPr/>
          <p:nvPr/>
        </p:nvSpPr>
        <p:spPr>
          <a:xfrm>
            <a:off x="274320" y="3337560"/>
            <a:ext cx="777240" cy="457200"/>
          </a:xfrm>
          <a:prstGeom prst="rect">
            <a:avLst/>
          </a:prstGeom>
          <a:solidFill>
            <a:srgbClr val="FFFFFF"/>
          </a:solidFill>
          <a:ln w="12700">
            <a:solidFill>
              <a:srgbClr val="E74C3C"/>
            </a:solidFill>
            <a:prstDash val="solid"/>
          </a:ln>
        </p:spPr>
      </p:sp>
      <p:sp>
        <p:nvSpPr>
          <p:cNvPr id="68" name="Shape 66"/>
          <p:cNvSpPr/>
          <p:nvPr/>
        </p:nvSpPr>
        <p:spPr>
          <a:xfrm>
            <a:off x="274320" y="3337560"/>
            <a:ext cx="36576" cy="457200"/>
          </a:xfrm>
          <a:prstGeom prst="rect">
            <a:avLst/>
          </a:prstGeom>
          <a:solidFill>
            <a:srgbClr val="E74C3C"/>
          </a:solidFill>
          <a:ln/>
        </p:spPr>
      </p:sp>
      <p:sp>
        <p:nvSpPr>
          <p:cNvPr id="69" name="Text 67"/>
          <p:cNvSpPr/>
          <p:nvPr/>
        </p:nvSpPr>
        <p:spPr>
          <a:xfrm>
            <a:off x="274320" y="3337560"/>
            <a:ext cx="777240" cy="292608"/>
          </a:xfrm>
          <a:prstGeom prst="rect">
            <a:avLst/>
          </a:prstGeom>
          <a:noFill/>
          <a:ln/>
        </p:spPr>
        <p:txBody>
          <a:bodyPr wrap="square" rtlCol="0" anchor="ctr"/>
          <a:lstStyle/>
          <a:p>
            <a:pPr algn="ctr" indent="0" marL="0">
              <a:buNone/>
            </a:pPr>
            <a:r>
              <a:rPr lang="en-US" sz="1800" dirty="0">
                <a:solidFill>
                  <a:srgbClr val="1C2833"/>
                </a:solidFill>
              </a:rPr>
              <a:t>ば</a:t>
            </a:r>
            <a:endParaRPr lang="en-US" sz="1800" dirty="0"/>
          </a:p>
        </p:txBody>
      </p:sp>
      <p:sp>
        <p:nvSpPr>
          <p:cNvPr id="70" name="Text 68"/>
          <p:cNvSpPr/>
          <p:nvPr/>
        </p:nvSpPr>
        <p:spPr>
          <a:xfrm>
            <a:off x="274320" y="3611880"/>
            <a:ext cx="777240" cy="182880"/>
          </a:xfrm>
          <a:prstGeom prst="rect">
            <a:avLst/>
          </a:prstGeom>
          <a:noFill/>
          <a:ln/>
        </p:spPr>
        <p:txBody>
          <a:bodyPr wrap="square" rtlCol="0" anchor="ctr"/>
          <a:lstStyle/>
          <a:p>
            <a:pPr algn="ctr" indent="0" marL="0">
              <a:buNone/>
            </a:pPr>
            <a:r>
              <a:rPr lang="en-US" sz="800" dirty="0">
                <a:solidFill>
                  <a:srgbClr val="7F8C8D"/>
                </a:solidFill>
              </a:rPr>
              <a:t>ba</a:t>
            </a:r>
            <a:endParaRPr lang="en-US" sz="800" dirty="0"/>
          </a:p>
        </p:txBody>
      </p:sp>
      <p:sp>
        <p:nvSpPr>
          <p:cNvPr id="71" name="Shape 69"/>
          <p:cNvSpPr/>
          <p:nvPr/>
        </p:nvSpPr>
        <p:spPr>
          <a:xfrm>
            <a:off x="1143000" y="3337560"/>
            <a:ext cx="777240" cy="457200"/>
          </a:xfrm>
          <a:prstGeom prst="rect">
            <a:avLst/>
          </a:prstGeom>
          <a:solidFill>
            <a:srgbClr val="FFFFFF"/>
          </a:solidFill>
          <a:ln w="12700">
            <a:solidFill>
              <a:srgbClr val="E74C3C"/>
            </a:solidFill>
            <a:prstDash val="solid"/>
          </a:ln>
        </p:spPr>
      </p:sp>
      <p:sp>
        <p:nvSpPr>
          <p:cNvPr id="72" name="Shape 70"/>
          <p:cNvSpPr/>
          <p:nvPr/>
        </p:nvSpPr>
        <p:spPr>
          <a:xfrm>
            <a:off x="1143000" y="3337560"/>
            <a:ext cx="36576" cy="457200"/>
          </a:xfrm>
          <a:prstGeom prst="rect">
            <a:avLst/>
          </a:prstGeom>
          <a:solidFill>
            <a:srgbClr val="E74C3C"/>
          </a:solidFill>
          <a:ln/>
        </p:spPr>
      </p:sp>
      <p:sp>
        <p:nvSpPr>
          <p:cNvPr id="73" name="Text 71"/>
          <p:cNvSpPr/>
          <p:nvPr/>
        </p:nvSpPr>
        <p:spPr>
          <a:xfrm>
            <a:off x="1143000" y="3337560"/>
            <a:ext cx="777240" cy="292608"/>
          </a:xfrm>
          <a:prstGeom prst="rect">
            <a:avLst/>
          </a:prstGeom>
          <a:noFill/>
          <a:ln/>
        </p:spPr>
        <p:txBody>
          <a:bodyPr wrap="square" rtlCol="0" anchor="ctr"/>
          <a:lstStyle/>
          <a:p>
            <a:pPr algn="ctr" indent="0" marL="0">
              <a:buNone/>
            </a:pPr>
            <a:r>
              <a:rPr lang="en-US" sz="1800" dirty="0">
                <a:solidFill>
                  <a:srgbClr val="1C2833"/>
                </a:solidFill>
              </a:rPr>
              <a:t>び</a:t>
            </a:r>
            <a:endParaRPr lang="en-US" sz="1800" dirty="0"/>
          </a:p>
        </p:txBody>
      </p:sp>
      <p:sp>
        <p:nvSpPr>
          <p:cNvPr id="74" name="Text 72"/>
          <p:cNvSpPr/>
          <p:nvPr/>
        </p:nvSpPr>
        <p:spPr>
          <a:xfrm>
            <a:off x="1143000" y="3611880"/>
            <a:ext cx="777240" cy="182880"/>
          </a:xfrm>
          <a:prstGeom prst="rect">
            <a:avLst/>
          </a:prstGeom>
          <a:noFill/>
          <a:ln/>
        </p:spPr>
        <p:txBody>
          <a:bodyPr wrap="square" rtlCol="0" anchor="ctr"/>
          <a:lstStyle/>
          <a:p>
            <a:pPr algn="ctr" indent="0" marL="0">
              <a:buNone/>
            </a:pPr>
            <a:r>
              <a:rPr lang="en-US" sz="800" dirty="0">
                <a:solidFill>
                  <a:srgbClr val="7F8C8D"/>
                </a:solidFill>
              </a:rPr>
              <a:t>bi</a:t>
            </a:r>
            <a:endParaRPr lang="en-US" sz="800" dirty="0"/>
          </a:p>
        </p:txBody>
      </p:sp>
      <p:sp>
        <p:nvSpPr>
          <p:cNvPr id="75" name="Shape 73"/>
          <p:cNvSpPr/>
          <p:nvPr/>
        </p:nvSpPr>
        <p:spPr>
          <a:xfrm>
            <a:off x="2011680" y="3337560"/>
            <a:ext cx="777240" cy="457200"/>
          </a:xfrm>
          <a:prstGeom prst="rect">
            <a:avLst/>
          </a:prstGeom>
          <a:solidFill>
            <a:srgbClr val="FFFFFF"/>
          </a:solidFill>
          <a:ln w="12700">
            <a:solidFill>
              <a:srgbClr val="E74C3C"/>
            </a:solidFill>
            <a:prstDash val="solid"/>
          </a:ln>
        </p:spPr>
      </p:sp>
      <p:sp>
        <p:nvSpPr>
          <p:cNvPr id="76" name="Shape 74"/>
          <p:cNvSpPr/>
          <p:nvPr/>
        </p:nvSpPr>
        <p:spPr>
          <a:xfrm>
            <a:off x="2011680" y="3337560"/>
            <a:ext cx="36576" cy="457200"/>
          </a:xfrm>
          <a:prstGeom prst="rect">
            <a:avLst/>
          </a:prstGeom>
          <a:solidFill>
            <a:srgbClr val="E74C3C"/>
          </a:solidFill>
          <a:ln/>
        </p:spPr>
      </p:sp>
      <p:sp>
        <p:nvSpPr>
          <p:cNvPr id="77" name="Text 75"/>
          <p:cNvSpPr/>
          <p:nvPr/>
        </p:nvSpPr>
        <p:spPr>
          <a:xfrm>
            <a:off x="2011680" y="3337560"/>
            <a:ext cx="777240" cy="292608"/>
          </a:xfrm>
          <a:prstGeom prst="rect">
            <a:avLst/>
          </a:prstGeom>
          <a:noFill/>
          <a:ln/>
        </p:spPr>
        <p:txBody>
          <a:bodyPr wrap="square" rtlCol="0" anchor="ctr"/>
          <a:lstStyle/>
          <a:p>
            <a:pPr algn="ctr" indent="0" marL="0">
              <a:buNone/>
            </a:pPr>
            <a:r>
              <a:rPr lang="en-US" sz="1800" dirty="0">
                <a:solidFill>
                  <a:srgbClr val="1C2833"/>
                </a:solidFill>
              </a:rPr>
              <a:t>ぶ</a:t>
            </a:r>
            <a:endParaRPr lang="en-US" sz="1800" dirty="0"/>
          </a:p>
        </p:txBody>
      </p:sp>
      <p:sp>
        <p:nvSpPr>
          <p:cNvPr id="78" name="Text 76"/>
          <p:cNvSpPr/>
          <p:nvPr/>
        </p:nvSpPr>
        <p:spPr>
          <a:xfrm>
            <a:off x="2011680" y="3611880"/>
            <a:ext cx="777240" cy="182880"/>
          </a:xfrm>
          <a:prstGeom prst="rect">
            <a:avLst/>
          </a:prstGeom>
          <a:noFill/>
          <a:ln/>
        </p:spPr>
        <p:txBody>
          <a:bodyPr wrap="square" rtlCol="0" anchor="ctr"/>
          <a:lstStyle/>
          <a:p>
            <a:pPr algn="ctr" indent="0" marL="0">
              <a:buNone/>
            </a:pPr>
            <a:r>
              <a:rPr lang="en-US" sz="800" dirty="0">
                <a:solidFill>
                  <a:srgbClr val="7F8C8D"/>
                </a:solidFill>
              </a:rPr>
              <a:t>bu</a:t>
            </a:r>
            <a:endParaRPr lang="en-US" sz="800" dirty="0"/>
          </a:p>
        </p:txBody>
      </p:sp>
      <p:sp>
        <p:nvSpPr>
          <p:cNvPr id="79" name="Shape 77"/>
          <p:cNvSpPr/>
          <p:nvPr/>
        </p:nvSpPr>
        <p:spPr>
          <a:xfrm>
            <a:off x="2880360" y="3337560"/>
            <a:ext cx="777240" cy="457200"/>
          </a:xfrm>
          <a:prstGeom prst="rect">
            <a:avLst/>
          </a:prstGeom>
          <a:solidFill>
            <a:srgbClr val="FFFFFF"/>
          </a:solidFill>
          <a:ln w="12700">
            <a:solidFill>
              <a:srgbClr val="E74C3C"/>
            </a:solidFill>
            <a:prstDash val="solid"/>
          </a:ln>
        </p:spPr>
      </p:sp>
      <p:sp>
        <p:nvSpPr>
          <p:cNvPr id="80" name="Shape 78"/>
          <p:cNvSpPr/>
          <p:nvPr/>
        </p:nvSpPr>
        <p:spPr>
          <a:xfrm>
            <a:off x="2880360" y="3337560"/>
            <a:ext cx="36576" cy="457200"/>
          </a:xfrm>
          <a:prstGeom prst="rect">
            <a:avLst/>
          </a:prstGeom>
          <a:solidFill>
            <a:srgbClr val="E74C3C"/>
          </a:solidFill>
          <a:ln/>
        </p:spPr>
      </p:sp>
      <p:sp>
        <p:nvSpPr>
          <p:cNvPr id="81" name="Text 79"/>
          <p:cNvSpPr/>
          <p:nvPr/>
        </p:nvSpPr>
        <p:spPr>
          <a:xfrm>
            <a:off x="2880360" y="3337560"/>
            <a:ext cx="777240" cy="292608"/>
          </a:xfrm>
          <a:prstGeom prst="rect">
            <a:avLst/>
          </a:prstGeom>
          <a:noFill/>
          <a:ln/>
        </p:spPr>
        <p:txBody>
          <a:bodyPr wrap="square" rtlCol="0" anchor="ctr"/>
          <a:lstStyle/>
          <a:p>
            <a:pPr algn="ctr" indent="0" marL="0">
              <a:buNone/>
            </a:pPr>
            <a:r>
              <a:rPr lang="en-US" sz="1800" dirty="0">
                <a:solidFill>
                  <a:srgbClr val="1C2833"/>
                </a:solidFill>
              </a:rPr>
              <a:t>べ</a:t>
            </a:r>
            <a:endParaRPr lang="en-US" sz="1800" dirty="0"/>
          </a:p>
        </p:txBody>
      </p:sp>
      <p:sp>
        <p:nvSpPr>
          <p:cNvPr id="82" name="Text 80"/>
          <p:cNvSpPr/>
          <p:nvPr/>
        </p:nvSpPr>
        <p:spPr>
          <a:xfrm>
            <a:off x="2880360" y="3611880"/>
            <a:ext cx="777240" cy="182880"/>
          </a:xfrm>
          <a:prstGeom prst="rect">
            <a:avLst/>
          </a:prstGeom>
          <a:noFill/>
          <a:ln/>
        </p:spPr>
        <p:txBody>
          <a:bodyPr wrap="square" rtlCol="0" anchor="ctr"/>
          <a:lstStyle/>
          <a:p>
            <a:pPr algn="ctr" indent="0" marL="0">
              <a:buNone/>
            </a:pPr>
            <a:r>
              <a:rPr lang="en-US" sz="800" dirty="0">
                <a:solidFill>
                  <a:srgbClr val="7F8C8D"/>
                </a:solidFill>
              </a:rPr>
              <a:t>be</a:t>
            </a:r>
            <a:endParaRPr lang="en-US" sz="800" dirty="0"/>
          </a:p>
        </p:txBody>
      </p:sp>
      <p:sp>
        <p:nvSpPr>
          <p:cNvPr id="83" name="Shape 81"/>
          <p:cNvSpPr/>
          <p:nvPr/>
        </p:nvSpPr>
        <p:spPr>
          <a:xfrm>
            <a:off x="3749040" y="3337560"/>
            <a:ext cx="777240" cy="457200"/>
          </a:xfrm>
          <a:prstGeom prst="rect">
            <a:avLst/>
          </a:prstGeom>
          <a:solidFill>
            <a:srgbClr val="FFFFFF"/>
          </a:solidFill>
          <a:ln w="12700">
            <a:solidFill>
              <a:srgbClr val="E74C3C"/>
            </a:solidFill>
            <a:prstDash val="solid"/>
          </a:ln>
        </p:spPr>
      </p:sp>
      <p:sp>
        <p:nvSpPr>
          <p:cNvPr id="84" name="Shape 82"/>
          <p:cNvSpPr/>
          <p:nvPr/>
        </p:nvSpPr>
        <p:spPr>
          <a:xfrm>
            <a:off x="3749040" y="3337560"/>
            <a:ext cx="36576" cy="457200"/>
          </a:xfrm>
          <a:prstGeom prst="rect">
            <a:avLst/>
          </a:prstGeom>
          <a:solidFill>
            <a:srgbClr val="E74C3C"/>
          </a:solidFill>
          <a:ln/>
        </p:spPr>
      </p:sp>
      <p:sp>
        <p:nvSpPr>
          <p:cNvPr id="85" name="Text 83"/>
          <p:cNvSpPr/>
          <p:nvPr/>
        </p:nvSpPr>
        <p:spPr>
          <a:xfrm>
            <a:off x="3749040" y="3337560"/>
            <a:ext cx="777240" cy="292608"/>
          </a:xfrm>
          <a:prstGeom prst="rect">
            <a:avLst/>
          </a:prstGeom>
          <a:noFill/>
          <a:ln/>
        </p:spPr>
        <p:txBody>
          <a:bodyPr wrap="square" rtlCol="0" anchor="ctr"/>
          <a:lstStyle/>
          <a:p>
            <a:pPr algn="ctr" indent="0" marL="0">
              <a:buNone/>
            </a:pPr>
            <a:r>
              <a:rPr lang="en-US" sz="1800" dirty="0">
                <a:solidFill>
                  <a:srgbClr val="1C2833"/>
                </a:solidFill>
              </a:rPr>
              <a:t>ぼ</a:t>
            </a:r>
            <a:endParaRPr lang="en-US" sz="1800" dirty="0"/>
          </a:p>
        </p:txBody>
      </p:sp>
      <p:sp>
        <p:nvSpPr>
          <p:cNvPr id="86" name="Text 84"/>
          <p:cNvSpPr/>
          <p:nvPr/>
        </p:nvSpPr>
        <p:spPr>
          <a:xfrm>
            <a:off x="3749040" y="3611880"/>
            <a:ext cx="777240" cy="182880"/>
          </a:xfrm>
          <a:prstGeom prst="rect">
            <a:avLst/>
          </a:prstGeom>
          <a:noFill/>
          <a:ln/>
        </p:spPr>
        <p:txBody>
          <a:bodyPr wrap="square" rtlCol="0" anchor="ctr"/>
          <a:lstStyle/>
          <a:p>
            <a:pPr algn="ctr" indent="0" marL="0">
              <a:buNone/>
            </a:pPr>
            <a:r>
              <a:rPr lang="en-US" sz="800" dirty="0">
                <a:solidFill>
                  <a:srgbClr val="7F8C8D"/>
                </a:solidFill>
              </a:rPr>
              <a:t>bo</a:t>
            </a:r>
            <a:endParaRPr lang="en-US" sz="800" dirty="0"/>
          </a:p>
        </p:txBody>
      </p:sp>
      <p:sp>
        <p:nvSpPr>
          <p:cNvPr id="87" name="Text 85"/>
          <p:cNvSpPr/>
          <p:nvPr/>
        </p:nvSpPr>
        <p:spPr>
          <a:xfrm>
            <a:off x="4846320" y="1051560"/>
            <a:ext cx="457200" cy="457200"/>
          </a:xfrm>
          <a:prstGeom prst="rect">
            <a:avLst/>
          </a:prstGeom>
          <a:noFill/>
          <a:ln/>
        </p:spPr>
        <p:txBody>
          <a:bodyPr wrap="square" rtlCol="0" anchor="ctr"/>
          <a:lstStyle/>
          <a:p>
            <a:pPr indent="0" marL="0">
              <a:buNone/>
            </a:pPr>
            <a:r>
              <a:rPr lang="en-US" sz="3200" dirty="0">
                <a:solidFill>
                  <a:srgbClr val="3498DB"/>
                </a:solidFill>
              </a:rPr>
              <a:t>゜</a:t>
            </a:r>
            <a:endParaRPr lang="en-US" sz="3200" dirty="0"/>
          </a:p>
        </p:txBody>
      </p:sp>
      <p:sp>
        <p:nvSpPr>
          <p:cNvPr id="88" name="Text 86"/>
          <p:cNvSpPr/>
          <p:nvPr/>
        </p:nvSpPr>
        <p:spPr>
          <a:xfrm>
            <a:off x="5303520" y="1051560"/>
            <a:ext cx="3200400" cy="320040"/>
          </a:xfrm>
          <a:prstGeom prst="rect">
            <a:avLst/>
          </a:prstGeom>
          <a:noFill/>
          <a:ln/>
        </p:spPr>
        <p:txBody>
          <a:bodyPr wrap="square" rtlCol="0" anchor="ctr"/>
          <a:lstStyle/>
          <a:p>
            <a:pPr indent="0" marL="0">
              <a:buNone/>
            </a:pPr>
            <a:r>
              <a:rPr lang="en-US" sz="2000" b="1" dirty="0">
                <a:solidFill>
                  <a:srgbClr val="2C3E50"/>
                </a:solidFill>
              </a:rPr>
              <a:t>半濁音（はんだくおん）</a:t>
            </a:r>
            <a:endParaRPr lang="en-US" sz="2000" dirty="0"/>
          </a:p>
        </p:txBody>
      </p:sp>
      <p:sp>
        <p:nvSpPr>
          <p:cNvPr id="89" name="Text 87"/>
          <p:cNvSpPr/>
          <p:nvPr/>
        </p:nvSpPr>
        <p:spPr>
          <a:xfrm>
            <a:off x="5303520" y="1371600"/>
            <a:ext cx="3200400" cy="228600"/>
          </a:xfrm>
          <a:prstGeom prst="rect">
            <a:avLst/>
          </a:prstGeom>
          <a:noFill/>
          <a:ln/>
        </p:spPr>
        <p:txBody>
          <a:bodyPr wrap="square" rtlCol="0" anchor="ctr"/>
          <a:lstStyle/>
          <a:p>
            <a:pPr indent="0" marL="0">
              <a:buNone/>
            </a:pPr>
            <a:r>
              <a:rPr lang="en-US" sz="1100" dirty="0">
                <a:solidFill>
                  <a:srgbClr val="7F8C8D"/>
                </a:solidFill>
              </a:rPr>
              <a:t>は行に半濁点を加えた音</a:t>
            </a:r>
            <a:endParaRPr lang="en-US" sz="1100" dirty="0"/>
          </a:p>
        </p:txBody>
      </p:sp>
      <p:sp>
        <p:nvSpPr>
          <p:cNvPr id="90" name="Shape 88"/>
          <p:cNvSpPr/>
          <p:nvPr/>
        </p:nvSpPr>
        <p:spPr>
          <a:xfrm>
            <a:off x="4846320" y="1691640"/>
            <a:ext cx="685800" cy="457200"/>
          </a:xfrm>
          <a:prstGeom prst="rect">
            <a:avLst/>
          </a:prstGeom>
          <a:solidFill>
            <a:srgbClr val="FFFFFF"/>
          </a:solidFill>
          <a:ln w="12700">
            <a:solidFill>
              <a:srgbClr val="3498DB"/>
            </a:solidFill>
            <a:prstDash val="solid"/>
          </a:ln>
        </p:spPr>
      </p:sp>
      <p:sp>
        <p:nvSpPr>
          <p:cNvPr id="91" name="Shape 89"/>
          <p:cNvSpPr/>
          <p:nvPr/>
        </p:nvSpPr>
        <p:spPr>
          <a:xfrm>
            <a:off x="4846320" y="1691640"/>
            <a:ext cx="36576" cy="457200"/>
          </a:xfrm>
          <a:prstGeom prst="rect">
            <a:avLst/>
          </a:prstGeom>
          <a:solidFill>
            <a:srgbClr val="3498DB"/>
          </a:solidFill>
          <a:ln/>
        </p:spPr>
      </p:sp>
      <p:sp>
        <p:nvSpPr>
          <p:cNvPr id="92" name="Text 90"/>
          <p:cNvSpPr/>
          <p:nvPr/>
        </p:nvSpPr>
        <p:spPr>
          <a:xfrm>
            <a:off x="4846320" y="1691640"/>
            <a:ext cx="685800" cy="292608"/>
          </a:xfrm>
          <a:prstGeom prst="rect">
            <a:avLst/>
          </a:prstGeom>
          <a:noFill/>
          <a:ln/>
        </p:spPr>
        <p:txBody>
          <a:bodyPr wrap="square" rtlCol="0" anchor="ctr"/>
          <a:lstStyle/>
          <a:p>
            <a:pPr algn="ctr" indent="0" marL="0">
              <a:buNone/>
            </a:pPr>
            <a:r>
              <a:rPr lang="en-US" sz="1800" dirty="0">
                <a:solidFill>
                  <a:srgbClr val="1C2833"/>
                </a:solidFill>
              </a:rPr>
              <a:t>ぱ</a:t>
            </a:r>
            <a:endParaRPr lang="en-US" sz="1800" dirty="0"/>
          </a:p>
        </p:txBody>
      </p:sp>
      <p:sp>
        <p:nvSpPr>
          <p:cNvPr id="93" name="Text 91"/>
          <p:cNvSpPr/>
          <p:nvPr/>
        </p:nvSpPr>
        <p:spPr>
          <a:xfrm>
            <a:off x="4846320" y="1965960"/>
            <a:ext cx="685800" cy="182880"/>
          </a:xfrm>
          <a:prstGeom prst="rect">
            <a:avLst/>
          </a:prstGeom>
          <a:noFill/>
          <a:ln/>
        </p:spPr>
        <p:txBody>
          <a:bodyPr wrap="square" rtlCol="0" anchor="ctr"/>
          <a:lstStyle/>
          <a:p>
            <a:pPr algn="ctr" indent="0" marL="0">
              <a:buNone/>
            </a:pPr>
            <a:r>
              <a:rPr lang="en-US" sz="800" dirty="0">
                <a:solidFill>
                  <a:srgbClr val="7F8C8D"/>
                </a:solidFill>
              </a:rPr>
              <a:t>pa</a:t>
            </a:r>
            <a:endParaRPr lang="en-US" sz="800" dirty="0"/>
          </a:p>
        </p:txBody>
      </p:sp>
      <p:sp>
        <p:nvSpPr>
          <p:cNvPr id="94" name="Shape 92"/>
          <p:cNvSpPr/>
          <p:nvPr/>
        </p:nvSpPr>
        <p:spPr>
          <a:xfrm>
            <a:off x="5623560" y="1691640"/>
            <a:ext cx="685800" cy="457200"/>
          </a:xfrm>
          <a:prstGeom prst="rect">
            <a:avLst/>
          </a:prstGeom>
          <a:solidFill>
            <a:srgbClr val="FFFFFF"/>
          </a:solidFill>
          <a:ln w="12700">
            <a:solidFill>
              <a:srgbClr val="3498DB"/>
            </a:solidFill>
            <a:prstDash val="solid"/>
          </a:ln>
        </p:spPr>
      </p:sp>
      <p:sp>
        <p:nvSpPr>
          <p:cNvPr id="95" name="Shape 93"/>
          <p:cNvSpPr/>
          <p:nvPr/>
        </p:nvSpPr>
        <p:spPr>
          <a:xfrm>
            <a:off x="5623560" y="1691640"/>
            <a:ext cx="36576" cy="457200"/>
          </a:xfrm>
          <a:prstGeom prst="rect">
            <a:avLst/>
          </a:prstGeom>
          <a:solidFill>
            <a:srgbClr val="3498DB"/>
          </a:solidFill>
          <a:ln/>
        </p:spPr>
      </p:sp>
      <p:sp>
        <p:nvSpPr>
          <p:cNvPr id="96" name="Text 94"/>
          <p:cNvSpPr/>
          <p:nvPr/>
        </p:nvSpPr>
        <p:spPr>
          <a:xfrm>
            <a:off x="5623560" y="1691640"/>
            <a:ext cx="685800" cy="292608"/>
          </a:xfrm>
          <a:prstGeom prst="rect">
            <a:avLst/>
          </a:prstGeom>
          <a:noFill/>
          <a:ln/>
        </p:spPr>
        <p:txBody>
          <a:bodyPr wrap="square" rtlCol="0" anchor="ctr"/>
          <a:lstStyle/>
          <a:p>
            <a:pPr algn="ctr" indent="0" marL="0">
              <a:buNone/>
            </a:pPr>
            <a:r>
              <a:rPr lang="en-US" sz="1800" dirty="0">
                <a:solidFill>
                  <a:srgbClr val="1C2833"/>
                </a:solidFill>
              </a:rPr>
              <a:t>ぴ</a:t>
            </a:r>
            <a:endParaRPr lang="en-US" sz="1800" dirty="0"/>
          </a:p>
        </p:txBody>
      </p:sp>
      <p:sp>
        <p:nvSpPr>
          <p:cNvPr id="97" name="Text 95"/>
          <p:cNvSpPr/>
          <p:nvPr/>
        </p:nvSpPr>
        <p:spPr>
          <a:xfrm>
            <a:off x="5623560" y="1965960"/>
            <a:ext cx="685800" cy="182880"/>
          </a:xfrm>
          <a:prstGeom prst="rect">
            <a:avLst/>
          </a:prstGeom>
          <a:noFill/>
          <a:ln/>
        </p:spPr>
        <p:txBody>
          <a:bodyPr wrap="square" rtlCol="0" anchor="ctr"/>
          <a:lstStyle/>
          <a:p>
            <a:pPr algn="ctr" indent="0" marL="0">
              <a:buNone/>
            </a:pPr>
            <a:r>
              <a:rPr lang="en-US" sz="800" dirty="0">
                <a:solidFill>
                  <a:srgbClr val="7F8C8D"/>
                </a:solidFill>
              </a:rPr>
              <a:t>pi</a:t>
            </a:r>
            <a:endParaRPr lang="en-US" sz="800" dirty="0"/>
          </a:p>
        </p:txBody>
      </p:sp>
      <p:sp>
        <p:nvSpPr>
          <p:cNvPr id="98" name="Shape 96"/>
          <p:cNvSpPr/>
          <p:nvPr/>
        </p:nvSpPr>
        <p:spPr>
          <a:xfrm>
            <a:off x="6400800" y="1691640"/>
            <a:ext cx="685800" cy="457200"/>
          </a:xfrm>
          <a:prstGeom prst="rect">
            <a:avLst/>
          </a:prstGeom>
          <a:solidFill>
            <a:srgbClr val="FFFFFF"/>
          </a:solidFill>
          <a:ln w="12700">
            <a:solidFill>
              <a:srgbClr val="3498DB"/>
            </a:solidFill>
            <a:prstDash val="solid"/>
          </a:ln>
        </p:spPr>
      </p:sp>
      <p:sp>
        <p:nvSpPr>
          <p:cNvPr id="99" name="Shape 97"/>
          <p:cNvSpPr/>
          <p:nvPr/>
        </p:nvSpPr>
        <p:spPr>
          <a:xfrm>
            <a:off x="6400800" y="1691640"/>
            <a:ext cx="36576" cy="457200"/>
          </a:xfrm>
          <a:prstGeom prst="rect">
            <a:avLst/>
          </a:prstGeom>
          <a:solidFill>
            <a:srgbClr val="3498DB"/>
          </a:solidFill>
          <a:ln/>
        </p:spPr>
      </p:sp>
      <p:sp>
        <p:nvSpPr>
          <p:cNvPr id="100" name="Text 98"/>
          <p:cNvSpPr/>
          <p:nvPr/>
        </p:nvSpPr>
        <p:spPr>
          <a:xfrm>
            <a:off x="6400800" y="1691640"/>
            <a:ext cx="685800" cy="292608"/>
          </a:xfrm>
          <a:prstGeom prst="rect">
            <a:avLst/>
          </a:prstGeom>
          <a:noFill/>
          <a:ln/>
        </p:spPr>
        <p:txBody>
          <a:bodyPr wrap="square" rtlCol="0" anchor="ctr"/>
          <a:lstStyle/>
          <a:p>
            <a:pPr algn="ctr" indent="0" marL="0">
              <a:buNone/>
            </a:pPr>
            <a:r>
              <a:rPr lang="en-US" sz="1800" dirty="0">
                <a:solidFill>
                  <a:srgbClr val="1C2833"/>
                </a:solidFill>
              </a:rPr>
              <a:t>ぷ</a:t>
            </a:r>
            <a:endParaRPr lang="en-US" sz="1800" dirty="0"/>
          </a:p>
        </p:txBody>
      </p:sp>
      <p:sp>
        <p:nvSpPr>
          <p:cNvPr id="101" name="Text 99"/>
          <p:cNvSpPr/>
          <p:nvPr/>
        </p:nvSpPr>
        <p:spPr>
          <a:xfrm>
            <a:off x="6400800" y="1965960"/>
            <a:ext cx="685800" cy="182880"/>
          </a:xfrm>
          <a:prstGeom prst="rect">
            <a:avLst/>
          </a:prstGeom>
          <a:noFill/>
          <a:ln/>
        </p:spPr>
        <p:txBody>
          <a:bodyPr wrap="square" rtlCol="0" anchor="ctr"/>
          <a:lstStyle/>
          <a:p>
            <a:pPr algn="ctr" indent="0" marL="0">
              <a:buNone/>
            </a:pPr>
            <a:r>
              <a:rPr lang="en-US" sz="800" dirty="0">
                <a:solidFill>
                  <a:srgbClr val="7F8C8D"/>
                </a:solidFill>
              </a:rPr>
              <a:t>pu</a:t>
            </a:r>
            <a:endParaRPr lang="en-US" sz="800" dirty="0"/>
          </a:p>
        </p:txBody>
      </p:sp>
      <p:sp>
        <p:nvSpPr>
          <p:cNvPr id="102" name="Shape 100"/>
          <p:cNvSpPr/>
          <p:nvPr/>
        </p:nvSpPr>
        <p:spPr>
          <a:xfrm>
            <a:off x="7178040" y="1691640"/>
            <a:ext cx="685800" cy="457200"/>
          </a:xfrm>
          <a:prstGeom prst="rect">
            <a:avLst/>
          </a:prstGeom>
          <a:solidFill>
            <a:srgbClr val="FFFFFF"/>
          </a:solidFill>
          <a:ln w="12700">
            <a:solidFill>
              <a:srgbClr val="3498DB"/>
            </a:solidFill>
            <a:prstDash val="solid"/>
          </a:ln>
        </p:spPr>
      </p:sp>
      <p:sp>
        <p:nvSpPr>
          <p:cNvPr id="103" name="Shape 101"/>
          <p:cNvSpPr/>
          <p:nvPr/>
        </p:nvSpPr>
        <p:spPr>
          <a:xfrm>
            <a:off x="7178040" y="1691640"/>
            <a:ext cx="36576" cy="457200"/>
          </a:xfrm>
          <a:prstGeom prst="rect">
            <a:avLst/>
          </a:prstGeom>
          <a:solidFill>
            <a:srgbClr val="3498DB"/>
          </a:solidFill>
          <a:ln/>
        </p:spPr>
      </p:sp>
      <p:sp>
        <p:nvSpPr>
          <p:cNvPr id="104" name="Text 102"/>
          <p:cNvSpPr/>
          <p:nvPr/>
        </p:nvSpPr>
        <p:spPr>
          <a:xfrm>
            <a:off x="7178040" y="1691640"/>
            <a:ext cx="685800" cy="292608"/>
          </a:xfrm>
          <a:prstGeom prst="rect">
            <a:avLst/>
          </a:prstGeom>
          <a:noFill/>
          <a:ln/>
        </p:spPr>
        <p:txBody>
          <a:bodyPr wrap="square" rtlCol="0" anchor="ctr"/>
          <a:lstStyle/>
          <a:p>
            <a:pPr algn="ctr" indent="0" marL="0">
              <a:buNone/>
            </a:pPr>
            <a:r>
              <a:rPr lang="en-US" sz="1800" dirty="0">
                <a:solidFill>
                  <a:srgbClr val="1C2833"/>
                </a:solidFill>
              </a:rPr>
              <a:t>ぺ</a:t>
            </a:r>
            <a:endParaRPr lang="en-US" sz="1800" dirty="0"/>
          </a:p>
        </p:txBody>
      </p:sp>
      <p:sp>
        <p:nvSpPr>
          <p:cNvPr id="105" name="Text 103"/>
          <p:cNvSpPr/>
          <p:nvPr/>
        </p:nvSpPr>
        <p:spPr>
          <a:xfrm>
            <a:off x="7178040" y="1965960"/>
            <a:ext cx="685800" cy="182880"/>
          </a:xfrm>
          <a:prstGeom prst="rect">
            <a:avLst/>
          </a:prstGeom>
          <a:noFill/>
          <a:ln/>
        </p:spPr>
        <p:txBody>
          <a:bodyPr wrap="square" rtlCol="0" anchor="ctr"/>
          <a:lstStyle/>
          <a:p>
            <a:pPr algn="ctr" indent="0" marL="0">
              <a:buNone/>
            </a:pPr>
            <a:r>
              <a:rPr lang="en-US" sz="800" dirty="0">
                <a:solidFill>
                  <a:srgbClr val="7F8C8D"/>
                </a:solidFill>
              </a:rPr>
              <a:t>pe</a:t>
            </a:r>
            <a:endParaRPr lang="en-US" sz="800" dirty="0"/>
          </a:p>
        </p:txBody>
      </p:sp>
      <p:sp>
        <p:nvSpPr>
          <p:cNvPr id="106" name="Shape 104"/>
          <p:cNvSpPr/>
          <p:nvPr/>
        </p:nvSpPr>
        <p:spPr>
          <a:xfrm>
            <a:off x="7955280" y="1691640"/>
            <a:ext cx="685800" cy="457200"/>
          </a:xfrm>
          <a:prstGeom prst="rect">
            <a:avLst/>
          </a:prstGeom>
          <a:solidFill>
            <a:srgbClr val="FFFFFF"/>
          </a:solidFill>
          <a:ln w="12700">
            <a:solidFill>
              <a:srgbClr val="3498DB"/>
            </a:solidFill>
            <a:prstDash val="solid"/>
          </a:ln>
        </p:spPr>
      </p:sp>
      <p:sp>
        <p:nvSpPr>
          <p:cNvPr id="107" name="Shape 105"/>
          <p:cNvSpPr/>
          <p:nvPr/>
        </p:nvSpPr>
        <p:spPr>
          <a:xfrm>
            <a:off x="7955280" y="1691640"/>
            <a:ext cx="36576" cy="457200"/>
          </a:xfrm>
          <a:prstGeom prst="rect">
            <a:avLst/>
          </a:prstGeom>
          <a:solidFill>
            <a:srgbClr val="3498DB"/>
          </a:solidFill>
          <a:ln/>
        </p:spPr>
      </p:sp>
      <p:sp>
        <p:nvSpPr>
          <p:cNvPr id="108" name="Text 106"/>
          <p:cNvSpPr/>
          <p:nvPr/>
        </p:nvSpPr>
        <p:spPr>
          <a:xfrm>
            <a:off x="7955280" y="1691640"/>
            <a:ext cx="685800" cy="292608"/>
          </a:xfrm>
          <a:prstGeom prst="rect">
            <a:avLst/>
          </a:prstGeom>
          <a:noFill/>
          <a:ln/>
        </p:spPr>
        <p:txBody>
          <a:bodyPr wrap="square" rtlCol="0" anchor="ctr"/>
          <a:lstStyle/>
          <a:p>
            <a:pPr algn="ctr" indent="0" marL="0">
              <a:buNone/>
            </a:pPr>
            <a:r>
              <a:rPr lang="en-US" sz="1800" dirty="0">
                <a:solidFill>
                  <a:srgbClr val="1C2833"/>
                </a:solidFill>
              </a:rPr>
              <a:t>ぽ</a:t>
            </a:r>
            <a:endParaRPr lang="en-US" sz="1800" dirty="0"/>
          </a:p>
        </p:txBody>
      </p:sp>
      <p:sp>
        <p:nvSpPr>
          <p:cNvPr id="109" name="Text 107"/>
          <p:cNvSpPr/>
          <p:nvPr/>
        </p:nvSpPr>
        <p:spPr>
          <a:xfrm>
            <a:off x="7955280" y="1965960"/>
            <a:ext cx="685800" cy="182880"/>
          </a:xfrm>
          <a:prstGeom prst="rect">
            <a:avLst/>
          </a:prstGeom>
          <a:noFill/>
          <a:ln/>
        </p:spPr>
        <p:txBody>
          <a:bodyPr wrap="square" rtlCol="0" anchor="ctr"/>
          <a:lstStyle/>
          <a:p>
            <a:pPr algn="ctr" indent="0" marL="0">
              <a:buNone/>
            </a:pPr>
            <a:r>
              <a:rPr lang="en-US" sz="800" dirty="0">
                <a:solidFill>
                  <a:srgbClr val="7F8C8D"/>
                </a:solidFill>
              </a:rPr>
              <a:t>po</a:t>
            </a:r>
            <a:endParaRPr lang="en-US" sz="800" dirty="0"/>
          </a:p>
        </p:txBody>
      </p:sp>
      <p:sp>
        <p:nvSpPr>
          <p:cNvPr id="110" name="Shape 108"/>
          <p:cNvSpPr/>
          <p:nvPr/>
        </p:nvSpPr>
        <p:spPr>
          <a:xfrm>
            <a:off x="4846320" y="2286000"/>
            <a:ext cx="3931920" cy="640080"/>
          </a:xfrm>
          <a:prstGeom prst="roundRect">
            <a:avLst>
              <a:gd name="adj" fmla="val 14286"/>
            </a:avLst>
          </a:prstGeom>
          <a:solidFill>
            <a:srgbClr val="1C2833"/>
          </a:solidFill>
          <a:ln/>
        </p:spPr>
      </p:sp>
      <p:sp>
        <p:nvSpPr>
          <p:cNvPr id="111" name="Text 109"/>
          <p:cNvSpPr/>
          <p:nvPr/>
        </p:nvSpPr>
        <p:spPr>
          <a:xfrm>
            <a:off x="4937760" y="2377440"/>
            <a:ext cx="3749040" cy="457200"/>
          </a:xfrm>
          <a:prstGeom prst="rect">
            <a:avLst/>
          </a:prstGeom>
          <a:noFill/>
          <a:ln/>
        </p:spPr>
        <p:txBody>
          <a:bodyPr wrap="square" rtlCol="0" anchor="ctr"/>
          <a:lstStyle/>
          <a:p>
            <a:pPr indent="0" marL="0">
              <a:buNone/>
            </a:pPr>
            <a:r>
              <a:rPr lang="en-US" sz="1100" dirty="0">
                <a:solidFill>
                  <a:srgbClr val="FFFFFF"/>
                </a:solidFill>
              </a:rPr>
              <a:t>半濁音は無声両唇破裂音[p]で、は行の[h]とは調音位置が異なります。</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2833"/>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E74C3C"/>
          </a:solidFill>
          <a:ln/>
        </p:spPr>
      </p:sp>
      <p:sp>
        <p:nvSpPr>
          <p:cNvPr id="3" name="Text 1"/>
          <p:cNvSpPr/>
          <p:nvPr/>
        </p:nvSpPr>
        <p:spPr>
          <a:xfrm>
            <a:off x="457200" y="365760"/>
            <a:ext cx="8229600" cy="548640"/>
          </a:xfrm>
          <a:prstGeom prst="rect">
            <a:avLst/>
          </a:prstGeom>
          <a:noFill/>
          <a:ln/>
        </p:spPr>
        <p:txBody>
          <a:bodyPr wrap="square" rtlCol="0" anchor="ctr"/>
          <a:lstStyle/>
          <a:p>
            <a:pPr algn="ctr" indent="0" marL="0">
              <a:buNone/>
            </a:pPr>
            <a:r>
              <a:rPr lang="en-US" sz="3600" b="1" dirty="0">
                <a:solidFill>
                  <a:srgbClr val="FFFFFF"/>
                </a:solidFill>
              </a:rPr>
              <a:t>まとめ</a:t>
            </a:r>
            <a:endParaRPr lang="en-US" sz="3600" dirty="0"/>
          </a:p>
        </p:txBody>
      </p:sp>
      <p:sp>
        <p:nvSpPr>
          <p:cNvPr id="4" name="Shape 2"/>
          <p:cNvSpPr/>
          <p:nvPr/>
        </p:nvSpPr>
        <p:spPr>
          <a:xfrm>
            <a:off x="365760" y="1097280"/>
            <a:ext cx="2011680" cy="2560320"/>
          </a:xfrm>
          <a:prstGeom prst="roundRect">
            <a:avLst>
              <a:gd name="adj" fmla="val 4545"/>
            </a:avLst>
          </a:prstGeom>
          <a:solidFill>
            <a:srgbClr val="FFFFFF"/>
          </a:solidFill>
          <a:ln/>
        </p:spPr>
      </p:sp>
      <p:sp>
        <p:nvSpPr>
          <p:cNvPr id="5" name="Shape 3"/>
          <p:cNvSpPr/>
          <p:nvPr/>
        </p:nvSpPr>
        <p:spPr>
          <a:xfrm>
            <a:off x="457200" y="1188720"/>
            <a:ext cx="457200" cy="457200"/>
          </a:xfrm>
          <a:prstGeom prst="ellipse">
            <a:avLst/>
          </a:prstGeom>
          <a:solidFill>
            <a:srgbClr val="E74C3C"/>
          </a:solidFill>
          <a:ln/>
        </p:spPr>
      </p:sp>
      <p:sp>
        <p:nvSpPr>
          <p:cNvPr id="6" name="Text 4"/>
          <p:cNvSpPr/>
          <p:nvPr/>
        </p:nvSpPr>
        <p:spPr>
          <a:xfrm>
            <a:off x="457200" y="1234440"/>
            <a:ext cx="457200" cy="365760"/>
          </a:xfrm>
          <a:prstGeom prst="rect">
            <a:avLst/>
          </a:prstGeom>
          <a:noFill/>
          <a:ln/>
        </p:spPr>
        <p:txBody>
          <a:bodyPr wrap="square" rtlCol="0" anchor="ctr"/>
          <a:lstStyle/>
          <a:p>
            <a:pPr algn="ctr" indent="0" marL="0">
              <a:buNone/>
            </a:pPr>
            <a:r>
              <a:rPr lang="en-US" sz="2000" b="1" dirty="0">
                <a:solidFill>
                  <a:srgbClr val="FFFFFF"/>
                </a:solidFill>
              </a:rPr>
              <a:t>1</a:t>
            </a:r>
            <a:endParaRPr lang="en-US" sz="2000" dirty="0"/>
          </a:p>
        </p:txBody>
      </p:sp>
      <p:sp>
        <p:nvSpPr>
          <p:cNvPr id="7" name="Text 5"/>
          <p:cNvSpPr/>
          <p:nvPr/>
        </p:nvSpPr>
        <p:spPr>
          <a:xfrm>
            <a:off x="457200" y="1783080"/>
            <a:ext cx="1828800" cy="365760"/>
          </a:xfrm>
          <a:prstGeom prst="rect">
            <a:avLst/>
          </a:prstGeom>
          <a:noFill/>
          <a:ln/>
        </p:spPr>
        <p:txBody>
          <a:bodyPr wrap="square" rtlCol="0" anchor="ctr"/>
          <a:lstStyle/>
          <a:p>
            <a:pPr indent="0" marL="0">
              <a:buNone/>
            </a:pPr>
            <a:r>
              <a:rPr lang="en-US" sz="1600" b="1" dirty="0">
                <a:solidFill>
                  <a:srgbClr val="1C2833"/>
                </a:solidFill>
              </a:rPr>
              <a:t>基本構造</a:t>
            </a:r>
            <a:endParaRPr lang="en-US" sz="1600" dirty="0"/>
          </a:p>
        </p:txBody>
      </p:sp>
      <p:sp>
        <p:nvSpPr>
          <p:cNvPr id="8" name="Text 6"/>
          <p:cNvSpPr/>
          <p:nvPr/>
        </p:nvSpPr>
        <p:spPr>
          <a:xfrm>
            <a:off x="457200" y="2194560"/>
            <a:ext cx="1828800" cy="1280160"/>
          </a:xfrm>
          <a:prstGeom prst="rect">
            <a:avLst/>
          </a:prstGeom>
          <a:noFill/>
          <a:ln/>
        </p:spPr>
        <p:txBody>
          <a:bodyPr wrap="square" rtlCol="0" anchor="t"/>
          <a:lstStyle/>
          <a:p>
            <a:pPr indent="0" marL="0">
              <a:buNone/>
            </a:pPr>
            <a:r>
              <a:rPr lang="en-US" sz="1200" dirty="0">
                <a:solidFill>
                  <a:srgbClr val="2C3E50"/>
                </a:solidFill>
              </a:rPr>
              <a:t>5母音 × 10子音行 = 46基本音節（欠落音あり）</a:t>
            </a:r>
            <a:endParaRPr lang="en-US" sz="1200" dirty="0"/>
          </a:p>
        </p:txBody>
      </p:sp>
      <p:sp>
        <p:nvSpPr>
          <p:cNvPr id="9" name="Shape 7"/>
          <p:cNvSpPr/>
          <p:nvPr/>
        </p:nvSpPr>
        <p:spPr>
          <a:xfrm>
            <a:off x="2560320" y="1097280"/>
            <a:ext cx="2011680" cy="2560320"/>
          </a:xfrm>
          <a:prstGeom prst="roundRect">
            <a:avLst>
              <a:gd name="adj" fmla="val 4545"/>
            </a:avLst>
          </a:prstGeom>
          <a:solidFill>
            <a:srgbClr val="FFFFFF"/>
          </a:solidFill>
          <a:ln/>
        </p:spPr>
      </p:sp>
      <p:sp>
        <p:nvSpPr>
          <p:cNvPr id="10" name="Shape 8"/>
          <p:cNvSpPr/>
          <p:nvPr/>
        </p:nvSpPr>
        <p:spPr>
          <a:xfrm>
            <a:off x="2651760" y="1188720"/>
            <a:ext cx="457200" cy="457200"/>
          </a:xfrm>
          <a:prstGeom prst="ellipse">
            <a:avLst/>
          </a:prstGeom>
          <a:solidFill>
            <a:srgbClr val="E74C3C"/>
          </a:solidFill>
          <a:ln/>
        </p:spPr>
      </p:sp>
      <p:sp>
        <p:nvSpPr>
          <p:cNvPr id="11" name="Text 9"/>
          <p:cNvSpPr/>
          <p:nvPr/>
        </p:nvSpPr>
        <p:spPr>
          <a:xfrm>
            <a:off x="2651760" y="1234440"/>
            <a:ext cx="457200" cy="365760"/>
          </a:xfrm>
          <a:prstGeom prst="rect">
            <a:avLst/>
          </a:prstGeom>
          <a:noFill/>
          <a:ln/>
        </p:spPr>
        <p:txBody>
          <a:bodyPr wrap="square" rtlCol="0" anchor="ctr"/>
          <a:lstStyle/>
          <a:p>
            <a:pPr algn="ctr" indent="0" marL="0">
              <a:buNone/>
            </a:pPr>
            <a:r>
              <a:rPr lang="en-US" sz="2000" b="1" dirty="0">
                <a:solidFill>
                  <a:srgbClr val="FFFFFF"/>
                </a:solidFill>
              </a:rPr>
              <a:t>2</a:t>
            </a:r>
            <a:endParaRPr lang="en-US" sz="2000" dirty="0"/>
          </a:p>
        </p:txBody>
      </p:sp>
      <p:sp>
        <p:nvSpPr>
          <p:cNvPr id="12" name="Text 10"/>
          <p:cNvSpPr/>
          <p:nvPr/>
        </p:nvSpPr>
        <p:spPr>
          <a:xfrm>
            <a:off x="2651760" y="1783080"/>
            <a:ext cx="1828800" cy="365760"/>
          </a:xfrm>
          <a:prstGeom prst="rect">
            <a:avLst/>
          </a:prstGeom>
          <a:noFill/>
          <a:ln/>
        </p:spPr>
        <p:txBody>
          <a:bodyPr wrap="square" rtlCol="0" anchor="ctr"/>
          <a:lstStyle/>
          <a:p>
            <a:pPr indent="0" marL="0">
              <a:buNone/>
            </a:pPr>
            <a:r>
              <a:rPr lang="en-US" sz="1600" b="1" dirty="0">
                <a:solidFill>
                  <a:srgbClr val="1C2833"/>
                </a:solidFill>
              </a:rPr>
              <a:t>拡張音</a:t>
            </a:r>
            <a:endParaRPr lang="en-US" sz="1600" dirty="0"/>
          </a:p>
        </p:txBody>
      </p:sp>
      <p:sp>
        <p:nvSpPr>
          <p:cNvPr id="13" name="Text 11"/>
          <p:cNvSpPr/>
          <p:nvPr/>
        </p:nvSpPr>
        <p:spPr>
          <a:xfrm>
            <a:off x="2651760" y="2194560"/>
            <a:ext cx="1828800" cy="1280160"/>
          </a:xfrm>
          <a:prstGeom prst="rect">
            <a:avLst/>
          </a:prstGeom>
          <a:noFill/>
          <a:ln/>
        </p:spPr>
        <p:txBody>
          <a:bodyPr wrap="square" rtlCol="0" anchor="t"/>
          <a:lstStyle/>
          <a:p>
            <a:pPr indent="0" marL="0">
              <a:buNone/>
            </a:pPr>
            <a:r>
              <a:rPr lang="en-US" sz="1200" dirty="0">
                <a:solidFill>
                  <a:srgbClr val="2C3E50"/>
                </a:solidFill>
              </a:rPr>
              <a:t>濁音20音 + 半濁音5音で音の多様性を実現</a:t>
            </a:r>
            <a:endParaRPr lang="en-US" sz="1200" dirty="0"/>
          </a:p>
        </p:txBody>
      </p:sp>
      <p:sp>
        <p:nvSpPr>
          <p:cNvPr id="14" name="Shape 12"/>
          <p:cNvSpPr/>
          <p:nvPr/>
        </p:nvSpPr>
        <p:spPr>
          <a:xfrm>
            <a:off x="4754880" y="1097280"/>
            <a:ext cx="2011680" cy="2560320"/>
          </a:xfrm>
          <a:prstGeom prst="roundRect">
            <a:avLst>
              <a:gd name="adj" fmla="val 4545"/>
            </a:avLst>
          </a:prstGeom>
          <a:solidFill>
            <a:srgbClr val="FFFFFF"/>
          </a:solidFill>
          <a:ln/>
        </p:spPr>
      </p:sp>
      <p:sp>
        <p:nvSpPr>
          <p:cNvPr id="15" name="Shape 13"/>
          <p:cNvSpPr/>
          <p:nvPr/>
        </p:nvSpPr>
        <p:spPr>
          <a:xfrm>
            <a:off x="4846320" y="1188720"/>
            <a:ext cx="457200" cy="457200"/>
          </a:xfrm>
          <a:prstGeom prst="ellipse">
            <a:avLst/>
          </a:prstGeom>
          <a:solidFill>
            <a:srgbClr val="E74C3C"/>
          </a:solidFill>
          <a:ln/>
        </p:spPr>
      </p:sp>
      <p:sp>
        <p:nvSpPr>
          <p:cNvPr id="16" name="Text 14"/>
          <p:cNvSpPr/>
          <p:nvPr/>
        </p:nvSpPr>
        <p:spPr>
          <a:xfrm>
            <a:off x="4846320" y="1234440"/>
            <a:ext cx="457200" cy="365760"/>
          </a:xfrm>
          <a:prstGeom prst="rect">
            <a:avLst/>
          </a:prstGeom>
          <a:noFill/>
          <a:ln/>
        </p:spPr>
        <p:txBody>
          <a:bodyPr wrap="square" rtlCol="0" anchor="ctr"/>
          <a:lstStyle/>
          <a:p>
            <a:pPr algn="ctr" indent="0" marL="0">
              <a:buNone/>
            </a:pPr>
            <a:r>
              <a:rPr lang="en-US" sz="2000" b="1" dirty="0">
                <a:solidFill>
                  <a:srgbClr val="FFFFFF"/>
                </a:solidFill>
              </a:rPr>
              <a:t>3</a:t>
            </a:r>
            <a:endParaRPr lang="en-US" sz="2000" dirty="0"/>
          </a:p>
        </p:txBody>
      </p:sp>
      <p:sp>
        <p:nvSpPr>
          <p:cNvPr id="17" name="Text 15"/>
          <p:cNvSpPr/>
          <p:nvPr/>
        </p:nvSpPr>
        <p:spPr>
          <a:xfrm>
            <a:off x="4846320" y="1783080"/>
            <a:ext cx="1828800" cy="365760"/>
          </a:xfrm>
          <a:prstGeom prst="rect">
            <a:avLst/>
          </a:prstGeom>
          <a:noFill/>
          <a:ln/>
        </p:spPr>
        <p:txBody>
          <a:bodyPr wrap="square" rtlCol="0" anchor="ctr"/>
          <a:lstStyle/>
          <a:p>
            <a:pPr indent="0" marL="0">
              <a:buNone/>
            </a:pPr>
            <a:r>
              <a:rPr lang="en-US" sz="1600" b="1" dirty="0">
                <a:solidFill>
                  <a:srgbClr val="1C2833"/>
                </a:solidFill>
              </a:rPr>
              <a:t>体系的配列</a:t>
            </a:r>
            <a:endParaRPr lang="en-US" sz="1600" dirty="0"/>
          </a:p>
        </p:txBody>
      </p:sp>
      <p:sp>
        <p:nvSpPr>
          <p:cNvPr id="18" name="Text 16"/>
          <p:cNvSpPr/>
          <p:nvPr/>
        </p:nvSpPr>
        <p:spPr>
          <a:xfrm>
            <a:off x="4846320" y="2194560"/>
            <a:ext cx="1828800" cy="1280160"/>
          </a:xfrm>
          <a:prstGeom prst="rect">
            <a:avLst/>
          </a:prstGeom>
          <a:noFill/>
          <a:ln/>
        </p:spPr>
        <p:txBody>
          <a:bodyPr wrap="square" rtlCol="0" anchor="t"/>
          <a:lstStyle/>
          <a:p>
            <a:pPr indent="0" marL="0">
              <a:buNone/>
            </a:pPr>
            <a:r>
              <a:rPr lang="en-US" sz="1200" dirty="0">
                <a:solidFill>
                  <a:srgbClr val="2C3E50"/>
                </a:solidFill>
              </a:rPr>
              <a:t>音韻論的に整理された表で学習効率が高い</a:t>
            </a:r>
            <a:endParaRPr lang="en-US" sz="1200" dirty="0"/>
          </a:p>
        </p:txBody>
      </p:sp>
      <p:sp>
        <p:nvSpPr>
          <p:cNvPr id="19" name="Shape 17"/>
          <p:cNvSpPr/>
          <p:nvPr/>
        </p:nvSpPr>
        <p:spPr>
          <a:xfrm>
            <a:off x="6949440" y="1097280"/>
            <a:ext cx="2011680" cy="2560320"/>
          </a:xfrm>
          <a:prstGeom prst="roundRect">
            <a:avLst>
              <a:gd name="adj" fmla="val 4545"/>
            </a:avLst>
          </a:prstGeom>
          <a:solidFill>
            <a:srgbClr val="FFFFFF"/>
          </a:solidFill>
          <a:ln/>
        </p:spPr>
      </p:sp>
      <p:sp>
        <p:nvSpPr>
          <p:cNvPr id="20" name="Shape 18"/>
          <p:cNvSpPr/>
          <p:nvPr/>
        </p:nvSpPr>
        <p:spPr>
          <a:xfrm>
            <a:off x="7040880" y="1188720"/>
            <a:ext cx="457200" cy="457200"/>
          </a:xfrm>
          <a:prstGeom prst="ellipse">
            <a:avLst/>
          </a:prstGeom>
          <a:solidFill>
            <a:srgbClr val="E74C3C"/>
          </a:solidFill>
          <a:ln/>
        </p:spPr>
      </p:sp>
      <p:sp>
        <p:nvSpPr>
          <p:cNvPr id="21" name="Text 19"/>
          <p:cNvSpPr/>
          <p:nvPr/>
        </p:nvSpPr>
        <p:spPr>
          <a:xfrm>
            <a:off x="7040880" y="1234440"/>
            <a:ext cx="457200" cy="365760"/>
          </a:xfrm>
          <a:prstGeom prst="rect">
            <a:avLst/>
          </a:prstGeom>
          <a:noFill/>
          <a:ln/>
        </p:spPr>
        <p:txBody>
          <a:bodyPr wrap="square" rtlCol="0" anchor="ctr"/>
          <a:lstStyle/>
          <a:p>
            <a:pPr algn="ctr" indent="0" marL="0">
              <a:buNone/>
            </a:pPr>
            <a:r>
              <a:rPr lang="en-US" sz="2000" b="1" dirty="0">
                <a:solidFill>
                  <a:srgbClr val="FFFFFF"/>
                </a:solidFill>
              </a:rPr>
              <a:t>4</a:t>
            </a:r>
            <a:endParaRPr lang="en-US" sz="2000" dirty="0"/>
          </a:p>
        </p:txBody>
      </p:sp>
      <p:sp>
        <p:nvSpPr>
          <p:cNvPr id="22" name="Text 20"/>
          <p:cNvSpPr/>
          <p:nvPr/>
        </p:nvSpPr>
        <p:spPr>
          <a:xfrm>
            <a:off x="7040880" y="1783080"/>
            <a:ext cx="1828800" cy="365760"/>
          </a:xfrm>
          <a:prstGeom prst="rect">
            <a:avLst/>
          </a:prstGeom>
          <a:noFill/>
          <a:ln/>
        </p:spPr>
        <p:txBody>
          <a:bodyPr wrap="square" rtlCol="0" anchor="ctr"/>
          <a:lstStyle/>
          <a:p>
            <a:pPr indent="0" marL="0">
              <a:buNone/>
            </a:pPr>
            <a:r>
              <a:rPr lang="en-US" sz="1600" b="1" dirty="0">
                <a:solidFill>
                  <a:srgbClr val="1C2833"/>
                </a:solidFill>
              </a:rPr>
              <a:t>実用性</a:t>
            </a:r>
            <a:endParaRPr lang="en-US" sz="1600" dirty="0"/>
          </a:p>
        </p:txBody>
      </p:sp>
      <p:sp>
        <p:nvSpPr>
          <p:cNvPr id="23" name="Text 21"/>
          <p:cNvSpPr/>
          <p:nvPr/>
        </p:nvSpPr>
        <p:spPr>
          <a:xfrm>
            <a:off x="7040880" y="2194560"/>
            <a:ext cx="1828800" cy="1280160"/>
          </a:xfrm>
          <a:prstGeom prst="rect">
            <a:avLst/>
          </a:prstGeom>
          <a:noFill/>
          <a:ln/>
        </p:spPr>
        <p:txBody>
          <a:bodyPr wrap="square" rtlCol="0" anchor="t"/>
          <a:lstStyle/>
          <a:p>
            <a:pPr indent="0" marL="0">
              <a:buNone/>
            </a:pPr>
            <a:r>
              <a:rPr lang="en-US" sz="1200" dirty="0">
                <a:solidFill>
                  <a:srgbClr val="2C3E50"/>
                </a:solidFill>
              </a:rPr>
              <a:t>辞書順・入力方式の基盤として広く活用</a:t>
            </a:r>
            <a:endParaRPr lang="en-US" sz="1200" dirty="0"/>
          </a:p>
        </p:txBody>
      </p:sp>
      <p:sp>
        <p:nvSpPr>
          <p:cNvPr id="24" name="Text 22"/>
          <p:cNvSpPr/>
          <p:nvPr/>
        </p:nvSpPr>
        <p:spPr>
          <a:xfrm>
            <a:off x="457200" y="4114800"/>
            <a:ext cx="8229600" cy="274320"/>
          </a:xfrm>
          <a:prstGeom prst="rect">
            <a:avLst/>
          </a:prstGeom>
          <a:noFill/>
          <a:ln/>
        </p:spPr>
        <p:txBody>
          <a:bodyPr wrap="square" rtlCol="0" anchor="ctr"/>
          <a:lstStyle/>
          <a:p>
            <a:pPr algn="ctr" indent="0" marL="0">
              <a:buNone/>
            </a:pPr>
            <a:r>
              <a:rPr lang="en-US" sz="1300" dirty="0">
                <a:solidFill>
                  <a:srgbClr val="7F8C8D"/>
                </a:solidFill>
              </a:rPr>
              <a:t>五十音は日本語学習の基礎であり、言語の体系を理解する鍵です</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五十音分析</dc:title>
  <dc:subject>Japanese Gojuon Analysis</dc:subject>
  <dc:creator>Claude</dc:creator>
  <cp:lastModifiedBy>Claude</cp:lastModifiedBy>
  <cp:revision>1</cp:revision>
  <dcterms:created xsi:type="dcterms:W3CDTF">2026-02-02T22:34:12Z</dcterms:created>
  <dcterms:modified xsi:type="dcterms:W3CDTF">2026-02-02T22:34:12Z</dcterms:modified>
</cp:coreProperties>
</file>